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Sheet1!$A$2:$A$567</c:f>
              <c:numCache>
                <c:formatCode>General</c:formatCode>
                <c:ptCount val="566"/>
                <c:pt idx="0">
                  <c:v>4.2547118676485622</c:v>
                </c:pt>
                <c:pt idx="1">
                  <c:v>7.5402939019541133</c:v>
                </c:pt>
                <c:pt idx="2">
                  <c:v>4.550699192478171</c:v>
                </c:pt>
                <c:pt idx="3">
                  <c:v>1.8783344823187966</c:v>
                </c:pt>
                <c:pt idx="4">
                  <c:v>7.9669094446225586</c:v>
                </c:pt>
                <c:pt idx="5">
                  <c:v>4.7074909045101414</c:v>
                </c:pt>
                <c:pt idx="6">
                  <c:v>7.7204915693967218</c:v>
                </c:pt>
                <c:pt idx="7">
                  <c:v>5.4398392848430204</c:v>
                </c:pt>
                <c:pt idx="8">
                  <c:v>4.0769056384005795</c:v>
                </c:pt>
                <c:pt idx="9">
                  <c:v>5.6121834294517594</c:v>
                </c:pt>
                <c:pt idx="10">
                  <c:v>6.5639723135169632</c:v>
                </c:pt>
                <c:pt idx="11">
                  <c:v>6.5575657090831321</c:v>
                </c:pt>
                <c:pt idx="12">
                  <c:v>8.1863104926345365</c:v>
                </c:pt>
                <c:pt idx="13">
                  <c:v>10.365439084747884</c:v>
                </c:pt>
                <c:pt idx="14">
                  <c:v>2.9257827177200726</c:v>
                </c:pt>
                <c:pt idx="15">
                  <c:v>11.392492478497289</c:v>
                </c:pt>
                <c:pt idx="16">
                  <c:v>3.3979198951284042</c:v>
                </c:pt>
                <c:pt idx="17">
                  <c:v>2.0705401974346227</c:v>
                </c:pt>
                <c:pt idx="18">
                  <c:v>9.5337794729947714</c:v>
                </c:pt>
                <c:pt idx="19">
                  <c:v>4.6377218099315245</c:v>
                </c:pt>
                <c:pt idx="20">
                  <c:v>9.8294891170588379</c:v>
                </c:pt>
                <c:pt idx="21">
                  <c:v>8.9520352672405714</c:v>
                </c:pt>
                <c:pt idx="22">
                  <c:v>10.368768826529568</c:v>
                </c:pt>
                <c:pt idx="23">
                  <c:v>6.3115455495408126</c:v>
                </c:pt>
                <c:pt idx="24">
                  <c:v>6.5936380234137699</c:v>
                </c:pt>
                <c:pt idx="25">
                  <c:v>6.1909994331161506</c:v>
                </c:pt>
                <c:pt idx="26">
                  <c:v>7.9502138381423819</c:v>
                </c:pt>
                <c:pt idx="27">
                  <c:v>4.909087022737511</c:v>
                </c:pt>
                <c:pt idx="28">
                  <c:v>5.6140120278757291</c:v>
                </c:pt>
                <c:pt idx="29">
                  <c:v>7.6303551954904378</c:v>
                </c:pt>
                <c:pt idx="30">
                  <c:v>7.4823917784648435</c:v>
                </c:pt>
                <c:pt idx="31">
                  <c:v>6.2698682840737039</c:v>
                </c:pt>
                <c:pt idx="32">
                  <c:v>7.5901180488840518</c:v>
                </c:pt>
                <c:pt idx="33">
                  <c:v>3.4016087722742991</c:v>
                </c:pt>
                <c:pt idx="34">
                  <c:v>6.8800519392565151</c:v>
                </c:pt>
                <c:pt idx="35">
                  <c:v>5.4000456958962175</c:v>
                </c:pt>
                <c:pt idx="36">
                  <c:v>7.8349322054771102</c:v>
                </c:pt>
                <c:pt idx="37">
                  <c:v>6.6620231519358741</c:v>
                </c:pt>
                <c:pt idx="38">
                  <c:v>3.7816173893477325</c:v>
                </c:pt>
                <c:pt idx="39">
                  <c:v>12.624818439368171</c:v>
                </c:pt>
                <c:pt idx="40">
                  <c:v>1.2957275165213986</c:v>
                </c:pt>
                <c:pt idx="41">
                  <c:v>11.439512665578556</c:v>
                </c:pt>
                <c:pt idx="42">
                  <c:v>2.5356051567035269</c:v>
                </c:pt>
                <c:pt idx="43">
                  <c:v>0.54985337542600521</c:v>
                </c:pt>
                <c:pt idx="44">
                  <c:v>8.9162731005196214</c:v>
                </c:pt>
                <c:pt idx="45">
                  <c:v>3.8354747962091853</c:v>
                </c:pt>
                <c:pt idx="46">
                  <c:v>6.2129113131520759</c:v>
                </c:pt>
                <c:pt idx="47">
                  <c:v>1.1160384315423564</c:v>
                </c:pt>
                <c:pt idx="48">
                  <c:v>1.1630210620376093E-2</c:v>
                </c:pt>
                <c:pt idx="49">
                  <c:v>9.0803368348188691</c:v>
                </c:pt>
                <c:pt idx="50">
                  <c:v>6.5793646156635175</c:v>
                </c:pt>
                <c:pt idx="51">
                  <c:v>1.4420741150034875</c:v>
                </c:pt>
                <c:pt idx="52">
                  <c:v>1.7650036038418468</c:v>
                </c:pt>
                <c:pt idx="53">
                  <c:v>7.8530755275584463</c:v>
                </c:pt>
                <c:pt idx="54">
                  <c:v>8.8155585349122827</c:v>
                </c:pt>
                <c:pt idx="55">
                  <c:v>7.3619067038561257</c:v>
                </c:pt>
                <c:pt idx="56">
                  <c:v>9.469100546165091</c:v>
                </c:pt>
                <c:pt idx="57">
                  <c:v>4.8304207066762093</c:v>
                </c:pt>
                <c:pt idx="58">
                  <c:v>1.8810924676528922</c:v>
                </c:pt>
                <c:pt idx="59">
                  <c:v>6.527627004621273</c:v>
                </c:pt>
                <c:pt idx="60">
                  <c:v>10.183158233479777</c:v>
                </c:pt>
                <c:pt idx="61">
                  <c:v>6.5943249467015557</c:v>
                </c:pt>
                <c:pt idx="62">
                  <c:v>8.9656481059907165</c:v>
                </c:pt>
                <c:pt idx="63">
                  <c:v>6.3959912848093285</c:v>
                </c:pt>
                <c:pt idx="64">
                  <c:v>7.523870848805883</c:v>
                </c:pt>
                <c:pt idx="65">
                  <c:v>6.2233267229893032</c:v>
                </c:pt>
                <c:pt idx="66">
                  <c:v>7.9603037709829376</c:v>
                </c:pt>
                <c:pt idx="67">
                  <c:v>5.7873081641673529</c:v>
                </c:pt>
                <c:pt idx="68">
                  <c:v>2.8803244816930871</c:v>
                </c:pt>
                <c:pt idx="69">
                  <c:v>9.4253635940667913</c:v>
                </c:pt>
                <c:pt idx="70">
                  <c:v>6.7896558140673697</c:v>
                </c:pt>
                <c:pt idx="71">
                  <c:v>6.486340428077086</c:v>
                </c:pt>
                <c:pt idx="72">
                  <c:v>13.975811564702513</c:v>
                </c:pt>
                <c:pt idx="73">
                  <c:v>5.2778083478573077</c:v>
                </c:pt>
                <c:pt idx="74">
                  <c:v>8.5334505891201609</c:v>
                </c:pt>
                <c:pt idx="75">
                  <c:v>4.3992208193697779</c:v>
                </c:pt>
                <c:pt idx="76">
                  <c:v>7.0856695170372612</c:v>
                </c:pt>
                <c:pt idx="77">
                  <c:v>7.488536289699038</c:v>
                </c:pt>
                <c:pt idx="78">
                  <c:v>7.5267665892402045</c:v>
                </c:pt>
                <c:pt idx="79">
                  <c:v>0.9836728477429123</c:v>
                </c:pt>
                <c:pt idx="80">
                  <c:v>2.1684515895007639</c:v>
                </c:pt>
                <c:pt idx="81">
                  <c:v>12.244758664911462</c:v>
                </c:pt>
                <c:pt idx="82">
                  <c:v>1.0363838517803956</c:v>
                </c:pt>
                <c:pt idx="83">
                  <c:v>0.54644029736829758</c:v>
                </c:pt>
                <c:pt idx="84">
                  <c:v>4.1096524680011317</c:v>
                </c:pt>
                <c:pt idx="85">
                  <c:v>8.6705702915532505</c:v>
                </c:pt>
                <c:pt idx="86">
                  <c:v>0.33998317791670363</c:v>
                </c:pt>
                <c:pt idx="87">
                  <c:v>7.2745280075230525</c:v>
                </c:pt>
                <c:pt idx="88">
                  <c:v>6.0247080806095639</c:v>
                </c:pt>
                <c:pt idx="89">
                  <c:v>11.31494442295355</c:v>
                </c:pt>
                <c:pt idx="90">
                  <c:v>2.3046160876534421</c:v>
                </c:pt>
                <c:pt idx="91">
                  <c:v>10.4608199863008</c:v>
                </c:pt>
                <c:pt idx="92">
                  <c:v>6.9888743991143638</c:v>
                </c:pt>
                <c:pt idx="93">
                  <c:v>10.170579345508225</c:v>
                </c:pt>
                <c:pt idx="94">
                  <c:v>4.8155003154936589</c:v>
                </c:pt>
                <c:pt idx="95">
                  <c:v>4.622685866370766</c:v>
                </c:pt>
                <c:pt idx="96">
                  <c:v>7.8856125711711087</c:v>
                </c:pt>
                <c:pt idx="97">
                  <c:v>4.5038342173762427</c:v>
                </c:pt>
                <c:pt idx="98">
                  <c:v>7.3934133496346384</c:v>
                </c:pt>
                <c:pt idx="99">
                  <c:v>3.3502961062836598</c:v>
                </c:pt>
                <c:pt idx="100">
                  <c:v>6.6606759630101955</c:v>
                </c:pt>
                <c:pt idx="101">
                  <c:v>9.5611704960812016</c:v>
                </c:pt>
                <c:pt idx="102">
                  <c:v>7.6995948332352668</c:v>
                </c:pt>
                <c:pt idx="103">
                  <c:v>12.566935267654502</c:v>
                </c:pt>
                <c:pt idx="104">
                  <c:v>9.8498352594177199</c:v>
                </c:pt>
                <c:pt idx="105">
                  <c:v>11.277511828502117</c:v>
                </c:pt>
                <c:pt idx="106">
                  <c:v>10.605908898744385</c:v>
                </c:pt>
                <c:pt idx="107">
                  <c:v>5.5470135113995065</c:v>
                </c:pt>
                <c:pt idx="108">
                  <c:v>5.291737937186797</c:v>
                </c:pt>
                <c:pt idx="109">
                  <c:v>3.665168886974048</c:v>
                </c:pt>
                <c:pt idx="110">
                  <c:v>3.1610030656502004</c:v>
                </c:pt>
                <c:pt idx="111">
                  <c:v>7.4871161362003233</c:v>
                </c:pt>
                <c:pt idx="112">
                  <c:v>6.7756623981068849</c:v>
                </c:pt>
                <c:pt idx="113">
                  <c:v>7.3209054908512075</c:v>
                </c:pt>
                <c:pt idx="114">
                  <c:v>5.3954440269824024</c:v>
                </c:pt>
                <c:pt idx="115">
                  <c:v>6.4028979474985972</c:v>
                </c:pt>
                <c:pt idx="116">
                  <c:v>5.497704369643917</c:v>
                </c:pt>
                <c:pt idx="117">
                  <c:v>6.1543424247731231</c:v>
                </c:pt>
                <c:pt idx="118">
                  <c:v>6.2993224645934598</c:v>
                </c:pt>
                <c:pt idx="119">
                  <c:v>5.6583520380769352</c:v>
                </c:pt>
                <c:pt idx="120">
                  <c:v>3.8640228270351731</c:v>
                </c:pt>
                <c:pt idx="121">
                  <c:v>0.60880044024577784</c:v>
                </c:pt>
                <c:pt idx="122">
                  <c:v>9.4904612362083931</c:v>
                </c:pt>
                <c:pt idx="123">
                  <c:v>8.4528346043710521</c:v>
                </c:pt>
                <c:pt idx="124">
                  <c:v>11.866700150808878</c:v>
                </c:pt>
                <c:pt idx="125">
                  <c:v>3.6293551170051566</c:v>
                </c:pt>
                <c:pt idx="126">
                  <c:v>10.928917566541006</c:v>
                </c:pt>
                <c:pt idx="127">
                  <c:v>2.6990008071978866</c:v>
                </c:pt>
                <c:pt idx="128">
                  <c:v>10.074243605098754</c:v>
                </c:pt>
                <c:pt idx="129">
                  <c:v>7.0938487617161181</c:v>
                </c:pt>
                <c:pt idx="130">
                  <c:v>4.4343690613195728</c:v>
                </c:pt>
                <c:pt idx="131">
                  <c:v>0.61544959282317269</c:v>
                </c:pt>
                <c:pt idx="132">
                  <c:v>2.6956713733573872</c:v>
                </c:pt>
                <c:pt idx="133">
                  <c:v>1.4645733270804469</c:v>
                </c:pt>
                <c:pt idx="134">
                  <c:v>1.9492129275650159</c:v>
                </c:pt>
                <c:pt idx="135">
                  <c:v>0.76399356051946066</c:v>
                </c:pt>
                <c:pt idx="136">
                  <c:v>9.9565493687321514</c:v>
                </c:pt>
                <c:pt idx="137">
                  <c:v>1.7458204648826201</c:v>
                </c:pt>
                <c:pt idx="138">
                  <c:v>4.0154565975758931</c:v>
                </c:pt>
                <c:pt idx="139">
                  <c:v>1.3696224958751586</c:v>
                </c:pt>
                <c:pt idx="140">
                  <c:v>10.076222721387254</c:v>
                </c:pt>
                <c:pt idx="141">
                  <c:v>5.0995926965517917</c:v>
                </c:pt>
                <c:pt idx="142">
                  <c:v>9.2192078224175642</c:v>
                </c:pt>
                <c:pt idx="143">
                  <c:v>10.117900961431117</c:v>
                </c:pt>
                <c:pt idx="144">
                  <c:v>8.2461987624909057</c:v>
                </c:pt>
                <c:pt idx="145">
                  <c:v>3.8039422094452524</c:v>
                </c:pt>
                <c:pt idx="146">
                  <c:v>6.0757371269370202</c:v>
                </c:pt>
                <c:pt idx="147">
                  <c:v>2.8933185450395489</c:v>
                </c:pt>
                <c:pt idx="148">
                  <c:v>3.1013889885454482</c:v>
                </c:pt>
                <c:pt idx="149">
                  <c:v>4.1728687715625101</c:v>
                </c:pt>
                <c:pt idx="150">
                  <c:v>6.6445778813882832</c:v>
                </c:pt>
                <c:pt idx="151">
                  <c:v>5.3039296652636265</c:v>
                </c:pt>
                <c:pt idx="152">
                  <c:v>6.6982510576437679</c:v>
                </c:pt>
                <c:pt idx="153">
                  <c:v>9.0544132920589497</c:v>
                </c:pt>
                <c:pt idx="154">
                  <c:v>5.2072552923411282</c:v>
                </c:pt>
                <c:pt idx="155">
                  <c:v>13.627315049618437</c:v>
                </c:pt>
                <c:pt idx="156">
                  <c:v>4.9662769357633243</c:v>
                </c:pt>
                <c:pt idx="157">
                  <c:v>4.0062416724970484</c:v>
                </c:pt>
                <c:pt idx="158">
                  <c:v>5.9617951988038556</c:v>
                </c:pt>
                <c:pt idx="159">
                  <c:v>9.9237035387707007</c:v>
                </c:pt>
                <c:pt idx="160">
                  <c:v>8.7506212572980839</c:v>
                </c:pt>
                <c:pt idx="161">
                  <c:v>-0.12581032228068401</c:v>
                </c:pt>
                <c:pt idx="162">
                  <c:v>3.8326032934085603</c:v>
                </c:pt>
                <c:pt idx="163">
                  <c:v>4.6092454401883094</c:v>
                </c:pt>
                <c:pt idx="164">
                  <c:v>7.3510357689313786</c:v>
                </c:pt>
                <c:pt idx="165">
                  <c:v>7.9123358424023147</c:v>
                </c:pt>
                <c:pt idx="166">
                  <c:v>10.240774032429004</c:v>
                </c:pt>
                <c:pt idx="167">
                  <c:v>6.649349150275591</c:v>
                </c:pt>
                <c:pt idx="168">
                  <c:v>7.8286059596268727</c:v>
                </c:pt>
                <c:pt idx="169">
                  <c:v>8.2996608845520701</c:v>
                </c:pt>
                <c:pt idx="170">
                  <c:v>0.29181425872806971</c:v>
                </c:pt>
                <c:pt idx="171">
                  <c:v>6.7781548216142982</c:v>
                </c:pt>
                <c:pt idx="172">
                  <c:v>8.0968005289994665</c:v>
                </c:pt>
                <c:pt idx="173">
                  <c:v>6.1191942535758637</c:v>
                </c:pt>
                <c:pt idx="174">
                  <c:v>10.173276076056876</c:v>
                </c:pt>
                <c:pt idx="175">
                  <c:v>0.26996126005638321</c:v>
                </c:pt>
                <c:pt idx="176">
                  <c:v>7.6839792220520842</c:v>
                </c:pt>
                <c:pt idx="177">
                  <c:v>2.0483417203510439</c:v>
                </c:pt>
                <c:pt idx="178">
                  <c:v>8.5479022580745916</c:v>
                </c:pt>
                <c:pt idx="179">
                  <c:v>2.9109907518551323</c:v>
                </c:pt>
                <c:pt idx="180">
                  <c:v>6.2407412352479996</c:v>
                </c:pt>
                <c:pt idx="181">
                  <c:v>4.9945418544527502</c:v>
                </c:pt>
                <c:pt idx="182">
                  <c:v>10.746163040764451</c:v>
                </c:pt>
                <c:pt idx="183">
                  <c:v>8.0100640970866408</c:v>
                </c:pt>
                <c:pt idx="184">
                  <c:v>6.5857102884794001</c:v>
                </c:pt>
                <c:pt idx="185">
                  <c:v>1.0691119890144976</c:v>
                </c:pt>
                <c:pt idx="186">
                  <c:v>4.8361846202528671</c:v>
                </c:pt>
                <c:pt idx="187">
                  <c:v>5.1717924291925161</c:v>
                </c:pt>
                <c:pt idx="188">
                  <c:v>5.3298910705140363</c:v>
                </c:pt>
                <c:pt idx="189">
                  <c:v>6.2115315418029731</c:v>
                </c:pt>
                <c:pt idx="190">
                  <c:v>7.4989542554717596</c:v>
                </c:pt>
                <c:pt idx="191">
                  <c:v>8.0240890882927491</c:v>
                </c:pt>
                <c:pt idx="192">
                  <c:v>0.66166163843553294</c:v>
                </c:pt>
                <c:pt idx="193">
                  <c:v>6.4549485240650624</c:v>
                </c:pt>
                <c:pt idx="194">
                  <c:v>8.4048518786274613</c:v>
                </c:pt>
                <c:pt idx="195">
                  <c:v>2.7328243068515468</c:v>
                </c:pt>
                <c:pt idx="196">
                  <c:v>4.9869508895478516</c:v>
                </c:pt>
                <c:pt idx="197">
                  <c:v>0.88586854616146149</c:v>
                </c:pt>
                <c:pt idx="198">
                  <c:v>8.9789761324240498</c:v>
                </c:pt>
                <c:pt idx="199">
                  <c:v>7.1229803604874311</c:v>
                </c:pt>
                <c:pt idx="200">
                  <c:v>5.621853689022025</c:v>
                </c:pt>
                <c:pt idx="201">
                  <c:v>8.8253452941681925</c:v>
                </c:pt>
                <c:pt idx="202">
                  <c:v>7.8953776414068164</c:v>
                </c:pt>
                <c:pt idx="203">
                  <c:v>10.323184407437559</c:v>
                </c:pt>
                <c:pt idx="204">
                  <c:v>0.28470665557396185</c:v>
                </c:pt>
                <c:pt idx="205">
                  <c:v>3.6379451814202453</c:v>
                </c:pt>
                <c:pt idx="206">
                  <c:v>10.010881709961948</c:v>
                </c:pt>
                <c:pt idx="207">
                  <c:v>6.2481010066406064</c:v>
                </c:pt>
                <c:pt idx="208">
                  <c:v>6.586503397600957</c:v>
                </c:pt>
                <c:pt idx="209">
                  <c:v>2.5133909331472073</c:v>
                </c:pt>
                <c:pt idx="210">
                  <c:v>13.16013628167514</c:v>
                </c:pt>
                <c:pt idx="211">
                  <c:v>11.13409459968018</c:v>
                </c:pt>
                <c:pt idx="212">
                  <c:v>10.860534144526001</c:v>
                </c:pt>
                <c:pt idx="213">
                  <c:v>6.6611967907141514</c:v>
                </c:pt>
                <c:pt idx="214">
                  <c:v>8.4713253739218022</c:v>
                </c:pt>
                <c:pt idx="215">
                  <c:v>8.8974255930345336</c:v>
                </c:pt>
                <c:pt idx="216">
                  <c:v>1.4299860585242583</c:v>
                </c:pt>
                <c:pt idx="217">
                  <c:v>0.65436471478440617</c:v>
                </c:pt>
                <c:pt idx="218">
                  <c:v>2.4429315782087082</c:v>
                </c:pt>
                <c:pt idx="219">
                  <c:v>10.135801909007853</c:v>
                </c:pt>
                <c:pt idx="220">
                  <c:v>6.4416517199064067</c:v>
                </c:pt>
                <c:pt idx="221">
                  <c:v>3.8628550444317087</c:v>
                </c:pt>
                <c:pt idx="222">
                  <c:v>1.4466352430588403</c:v>
                </c:pt>
                <c:pt idx="223">
                  <c:v>9.6837275029249152</c:v>
                </c:pt>
                <c:pt idx="224">
                  <c:v>2.1434599840107209</c:v>
                </c:pt>
                <c:pt idx="225">
                  <c:v>6.2321661169219089</c:v>
                </c:pt>
                <c:pt idx="226">
                  <c:v>0.24993016766600679</c:v>
                </c:pt>
                <c:pt idx="227">
                  <c:v>6.1120925058200202</c:v>
                </c:pt>
                <c:pt idx="228">
                  <c:v>5.1651436685864054</c:v>
                </c:pt>
                <c:pt idx="229">
                  <c:v>4.3702378359119907</c:v>
                </c:pt>
                <c:pt idx="230">
                  <c:v>7.2054391115974417</c:v>
                </c:pt>
                <c:pt idx="231">
                  <c:v>7.5940068425665315</c:v>
                </c:pt>
                <c:pt idx="232">
                  <c:v>5.0081230934471179</c:v>
                </c:pt>
                <c:pt idx="233">
                  <c:v>7.3771257082948072</c:v>
                </c:pt>
                <c:pt idx="234">
                  <c:v>6.7578230501112095</c:v>
                </c:pt>
                <c:pt idx="235">
                  <c:v>5.8341871404661676</c:v>
                </c:pt>
                <c:pt idx="236">
                  <c:v>6.4473016769348872</c:v>
                </c:pt>
                <c:pt idx="237">
                  <c:v>0.96702597170539795</c:v>
                </c:pt>
                <c:pt idx="238">
                  <c:v>7.2015366173678519</c:v>
                </c:pt>
                <c:pt idx="239">
                  <c:v>3.8480368825847444</c:v>
                </c:pt>
                <c:pt idx="240">
                  <c:v>3.4753876005479731</c:v>
                </c:pt>
                <c:pt idx="241">
                  <c:v>9.4395783081586941</c:v>
                </c:pt>
                <c:pt idx="242">
                  <c:v>8.5982750880075685</c:v>
                </c:pt>
                <c:pt idx="243">
                  <c:v>6.6908292784907966</c:v>
                </c:pt>
                <c:pt idx="244">
                  <c:v>4.6764560273864726</c:v>
                </c:pt>
                <c:pt idx="245">
                  <c:v>7.4202607384294572E-2</c:v>
                </c:pt>
                <c:pt idx="246">
                  <c:v>0.77565763697942858</c:v>
                </c:pt>
                <c:pt idx="247">
                  <c:v>4.7162573170669111</c:v>
                </c:pt>
                <c:pt idx="248">
                  <c:v>4.7414397405819395</c:v>
                </c:pt>
                <c:pt idx="249">
                  <c:v>6.768109359881139</c:v>
                </c:pt>
                <c:pt idx="250">
                  <c:v>11.620250604634435</c:v>
                </c:pt>
                <c:pt idx="251">
                  <c:v>11.278537256874513</c:v>
                </c:pt>
                <c:pt idx="252">
                  <c:v>11.007480768379029</c:v>
                </c:pt>
                <c:pt idx="253">
                  <c:v>5.434960888681962</c:v>
                </c:pt>
                <c:pt idx="254">
                  <c:v>2.0968543534790487</c:v>
                </c:pt>
                <c:pt idx="255">
                  <c:v>6.7357791789324049</c:v>
                </c:pt>
                <c:pt idx="256">
                  <c:v>4.7930863069984593</c:v>
                </c:pt>
                <c:pt idx="257">
                  <c:v>6.7451729458457628</c:v>
                </c:pt>
                <c:pt idx="258">
                  <c:v>10.014093195726703</c:v>
                </c:pt>
                <c:pt idx="259">
                  <c:v>-6.6922774912167207E-2</c:v>
                </c:pt>
                <c:pt idx="260">
                  <c:v>6.0680992935327192</c:v>
                </c:pt>
                <c:pt idx="261">
                  <c:v>6.9450246058638321</c:v>
                </c:pt>
                <c:pt idx="262">
                  <c:v>6.6454726910694299</c:v>
                </c:pt>
                <c:pt idx="263">
                  <c:v>8.1316548494751704</c:v>
                </c:pt>
                <c:pt idx="264">
                  <c:v>1.7998962524491378</c:v>
                </c:pt>
                <c:pt idx="265">
                  <c:v>6.3899299043564683</c:v>
                </c:pt>
                <c:pt idx="266">
                  <c:v>5.1314007614433841</c:v>
                </c:pt>
                <c:pt idx="267">
                  <c:v>11.92903074232597</c:v>
                </c:pt>
                <c:pt idx="268">
                  <c:v>4.9920523499018472</c:v>
                </c:pt>
                <c:pt idx="269">
                  <c:v>12.329126667590851</c:v>
                </c:pt>
                <c:pt idx="270">
                  <c:v>6.9646985572175799</c:v>
                </c:pt>
                <c:pt idx="271">
                  <c:v>10.470384318275109</c:v>
                </c:pt>
                <c:pt idx="272">
                  <c:v>8.0097718196247083</c:v>
                </c:pt>
                <c:pt idx="273">
                  <c:v>7.0773395002085593</c:v>
                </c:pt>
                <c:pt idx="274">
                  <c:v>8.6897239685370273</c:v>
                </c:pt>
                <c:pt idx="275">
                  <c:v>6.9531354713741536</c:v>
                </c:pt>
                <c:pt idx="276">
                  <c:v>2.0040922007054962</c:v>
                </c:pt>
                <c:pt idx="277">
                  <c:v>-0.13672068093188355</c:v>
                </c:pt>
                <c:pt idx="278">
                  <c:v>3.4863181924090467</c:v>
                </c:pt>
                <c:pt idx="279">
                  <c:v>8.2823316866960948</c:v>
                </c:pt>
                <c:pt idx="280">
                  <c:v>7.2396487704304828</c:v>
                </c:pt>
                <c:pt idx="281">
                  <c:v>2.6937505176312682</c:v>
                </c:pt>
                <c:pt idx="282">
                  <c:v>12.643719087325467</c:v>
                </c:pt>
                <c:pt idx="283">
                  <c:v>9.8795154708494586</c:v>
                </c:pt>
                <c:pt idx="284">
                  <c:v>7.6600049337643856</c:v>
                </c:pt>
                <c:pt idx="285">
                  <c:v>6.8819999280427977</c:v>
                </c:pt>
                <c:pt idx="286">
                  <c:v>6.3489620670229723</c:v>
                </c:pt>
                <c:pt idx="287">
                  <c:v>4.1971503687953575</c:v>
                </c:pt>
                <c:pt idx="288">
                  <c:v>1.2444379778542742</c:v>
                </c:pt>
                <c:pt idx="289">
                  <c:v>9.1706759911725904</c:v>
                </c:pt>
                <c:pt idx="290">
                  <c:v>5.9289973017239053</c:v>
                </c:pt>
                <c:pt idx="291">
                  <c:v>10.840314691529846</c:v>
                </c:pt>
                <c:pt idx="292">
                  <c:v>1.5622617962389629</c:v>
                </c:pt>
                <c:pt idx="293">
                  <c:v>15.77576265595513</c:v>
                </c:pt>
                <c:pt idx="294">
                  <c:v>6.5982701978206517</c:v>
                </c:pt>
                <c:pt idx="295">
                  <c:v>6.1398557157134315</c:v>
                </c:pt>
                <c:pt idx="296">
                  <c:v>7.9095087376959272</c:v>
                </c:pt>
                <c:pt idx="297">
                  <c:v>3.6736799033050112</c:v>
                </c:pt>
                <c:pt idx="298">
                  <c:v>10.098419480427776</c:v>
                </c:pt>
                <c:pt idx="299">
                  <c:v>2.7222178352673496</c:v>
                </c:pt>
                <c:pt idx="300">
                  <c:v>6.0284017948930266</c:v>
                </c:pt>
                <c:pt idx="301">
                  <c:v>9.6028238412027775</c:v>
                </c:pt>
                <c:pt idx="302">
                  <c:v>2.0084036898852808</c:v>
                </c:pt>
                <c:pt idx="303">
                  <c:v>7.4269597254200086</c:v>
                </c:pt>
                <c:pt idx="304">
                  <c:v>7.2896843113191885</c:v>
                </c:pt>
                <c:pt idx="305">
                  <c:v>2.9136496497257185</c:v>
                </c:pt>
                <c:pt idx="306">
                  <c:v>4.8822380324914194</c:v>
                </c:pt>
                <c:pt idx="307">
                  <c:v>8.399581802913465</c:v>
                </c:pt>
                <c:pt idx="308">
                  <c:v>7.8509260825829035</c:v>
                </c:pt>
                <c:pt idx="309">
                  <c:v>7.4292873149589083</c:v>
                </c:pt>
                <c:pt idx="310">
                  <c:v>3.0995057162297468</c:v>
                </c:pt>
                <c:pt idx="311">
                  <c:v>6.7903661711315308</c:v>
                </c:pt>
                <c:pt idx="312">
                  <c:v>10.401002083537376</c:v>
                </c:pt>
                <c:pt idx="313">
                  <c:v>3.1443482026411358</c:v>
                </c:pt>
                <c:pt idx="314">
                  <c:v>2.9853079643449858</c:v>
                </c:pt>
                <c:pt idx="315">
                  <c:v>4.6514995448702896</c:v>
                </c:pt>
                <c:pt idx="316">
                  <c:v>5.7179365899323358</c:v>
                </c:pt>
                <c:pt idx="317">
                  <c:v>8.0910865640327945</c:v>
                </c:pt>
                <c:pt idx="318">
                  <c:v>6.2781441944007321</c:v>
                </c:pt>
                <c:pt idx="319">
                  <c:v>3.6423827380339953</c:v>
                </c:pt>
                <c:pt idx="320">
                  <c:v>7.8082144312023383</c:v>
                </c:pt>
                <c:pt idx="321">
                  <c:v>6.1508888605220751</c:v>
                </c:pt>
                <c:pt idx="322">
                  <c:v>4.6054486376503334</c:v>
                </c:pt>
                <c:pt idx="323">
                  <c:v>8.8894766249395829</c:v>
                </c:pt>
                <c:pt idx="324">
                  <c:v>8.1662070010993624</c:v>
                </c:pt>
                <c:pt idx="325">
                  <c:v>2.0054780846033871</c:v>
                </c:pt>
                <c:pt idx="326">
                  <c:v>6.9051595262368091</c:v>
                </c:pt>
                <c:pt idx="327">
                  <c:v>7.3839402083651411</c:v>
                </c:pt>
                <c:pt idx="328">
                  <c:v>7.2103871173789944</c:v>
                </c:pt>
                <c:pt idx="329">
                  <c:v>8.2919047999549189</c:v>
                </c:pt>
                <c:pt idx="330">
                  <c:v>6.5236681755307018</c:v>
                </c:pt>
                <c:pt idx="331">
                  <c:v>8.7288371471868498</c:v>
                </c:pt>
                <c:pt idx="332">
                  <c:v>6.7948064891593614</c:v>
                </c:pt>
                <c:pt idx="333">
                  <c:v>1.0581461925814712</c:v>
                </c:pt>
                <c:pt idx="334">
                  <c:v>4.1136070666332856</c:v>
                </c:pt>
                <c:pt idx="335">
                  <c:v>6.7734190801501377</c:v>
                </c:pt>
                <c:pt idx="336">
                  <c:v>13.227940316448993</c:v>
                </c:pt>
                <c:pt idx="337">
                  <c:v>11.081205607429476</c:v>
                </c:pt>
                <c:pt idx="338">
                  <c:v>12.125840670067488</c:v>
                </c:pt>
                <c:pt idx="339">
                  <c:v>9.4572453498731992</c:v>
                </c:pt>
                <c:pt idx="340">
                  <c:v>2.3076165837349651</c:v>
                </c:pt>
                <c:pt idx="341">
                  <c:v>8.988541448156262</c:v>
                </c:pt>
                <c:pt idx="342">
                  <c:v>0.82725819042417037</c:v>
                </c:pt>
                <c:pt idx="343">
                  <c:v>7.0754068705739828</c:v>
                </c:pt>
                <c:pt idx="344">
                  <c:v>7.3756548460397582</c:v>
                </c:pt>
                <c:pt idx="345">
                  <c:v>7.7942139787155025</c:v>
                </c:pt>
                <c:pt idx="346">
                  <c:v>10.679605466022329</c:v>
                </c:pt>
                <c:pt idx="347">
                  <c:v>5.6044393800690946</c:v>
                </c:pt>
                <c:pt idx="348">
                  <c:v>10.172505351044503</c:v>
                </c:pt>
                <c:pt idx="349">
                  <c:v>5.5070959378368673</c:v>
                </c:pt>
                <c:pt idx="350">
                  <c:v>0.7889219887670047</c:v>
                </c:pt>
                <c:pt idx="351">
                  <c:v>1.7640648292540868</c:v>
                </c:pt>
                <c:pt idx="352">
                  <c:v>14.832179407073852</c:v>
                </c:pt>
                <c:pt idx="353">
                  <c:v>8.1855343724137608</c:v>
                </c:pt>
                <c:pt idx="354">
                  <c:v>2.8715351500195641</c:v>
                </c:pt>
                <c:pt idx="355">
                  <c:v>9.8560291938280766</c:v>
                </c:pt>
                <c:pt idx="356">
                  <c:v>4.9333875847183011</c:v>
                </c:pt>
                <c:pt idx="357">
                  <c:v>9.6826876493357616</c:v>
                </c:pt>
                <c:pt idx="358">
                  <c:v>9.0362585802248088</c:v>
                </c:pt>
                <c:pt idx="359">
                  <c:v>9.2310208990117086</c:v>
                </c:pt>
                <c:pt idx="360">
                  <c:v>2.7326577195149118</c:v>
                </c:pt>
                <c:pt idx="361">
                  <c:v>1.2276866956213424</c:v>
                </c:pt>
                <c:pt idx="362">
                  <c:v>7.878450442896118</c:v>
                </c:pt>
                <c:pt idx="363">
                  <c:v>4.7075180096970204</c:v>
                </c:pt>
                <c:pt idx="364">
                  <c:v>7.4176930530959488</c:v>
                </c:pt>
                <c:pt idx="365">
                  <c:v>1.2580294327704888</c:v>
                </c:pt>
                <c:pt idx="366">
                  <c:v>0.63120074352465361</c:v>
                </c:pt>
                <c:pt idx="367">
                  <c:v>3.9483141950452016</c:v>
                </c:pt>
                <c:pt idx="368">
                  <c:v>5.5277738153733624</c:v>
                </c:pt>
                <c:pt idx="369">
                  <c:v>4.2305885323460055</c:v>
                </c:pt>
                <c:pt idx="370">
                  <c:v>5.5554030456423442</c:v>
                </c:pt>
                <c:pt idx="371">
                  <c:v>6.6029978394855684</c:v>
                </c:pt>
                <c:pt idx="372">
                  <c:v>7.8616289192574031</c:v>
                </c:pt>
                <c:pt idx="373">
                  <c:v>10.368080653926981</c:v>
                </c:pt>
                <c:pt idx="374">
                  <c:v>8.1496156380379556</c:v>
                </c:pt>
                <c:pt idx="375">
                  <c:v>7.7694340586088568</c:v>
                </c:pt>
                <c:pt idx="376">
                  <c:v>12.754375699704132</c:v>
                </c:pt>
                <c:pt idx="377">
                  <c:v>7.4520929730758008</c:v>
                </c:pt>
                <c:pt idx="378">
                  <c:v>10.594478241817722</c:v>
                </c:pt>
                <c:pt idx="379">
                  <c:v>8.1349078461945385</c:v>
                </c:pt>
                <c:pt idx="380">
                  <c:v>7.6080904877058124</c:v>
                </c:pt>
                <c:pt idx="381">
                  <c:v>5.6329805794491614</c:v>
                </c:pt>
                <c:pt idx="382">
                  <c:v>4.9901575110849219</c:v>
                </c:pt>
                <c:pt idx="383">
                  <c:v>8.1350209163775151</c:v>
                </c:pt>
                <c:pt idx="384">
                  <c:v>3.5325219221307989</c:v>
                </c:pt>
                <c:pt idx="385">
                  <c:v>8.1695800906418352</c:v>
                </c:pt>
                <c:pt idx="386">
                  <c:v>7.035608348850185</c:v>
                </c:pt>
                <c:pt idx="387">
                  <c:v>8.1567757643725471</c:v>
                </c:pt>
                <c:pt idx="388">
                  <c:v>4.9734321471559824</c:v>
                </c:pt>
                <c:pt idx="389">
                  <c:v>1.5774908150476337</c:v>
                </c:pt>
                <c:pt idx="390">
                  <c:v>0.86631058485546875</c:v>
                </c:pt>
                <c:pt idx="391">
                  <c:v>6.0998990451847712</c:v>
                </c:pt>
                <c:pt idx="392">
                  <c:v>9.3584444467812631</c:v>
                </c:pt>
                <c:pt idx="393">
                  <c:v>6.0521022867192036</c:v>
                </c:pt>
                <c:pt idx="394">
                  <c:v>1.2851162273539498</c:v>
                </c:pt>
                <c:pt idx="395">
                  <c:v>6.2519519775525065</c:v>
                </c:pt>
                <c:pt idx="396">
                  <c:v>7.5431023521496279</c:v>
                </c:pt>
                <c:pt idx="397">
                  <c:v>10.792014204177207</c:v>
                </c:pt>
                <c:pt idx="398">
                  <c:v>11.386565797359699</c:v>
                </c:pt>
                <c:pt idx="399">
                  <c:v>5.8302096963400265</c:v>
                </c:pt>
                <c:pt idx="400">
                  <c:v>4.6972818099244638</c:v>
                </c:pt>
                <c:pt idx="401">
                  <c:v>10.049290283595424</c:v>
                </c:pt>
                <c:pt idx="402">
                  <c:v>3.8646618661061316</c:v>
                </c:pt>
                <c:pt idx="403">
                  <c:v>1.2829175368656909</c:v>
                </c:pt>
                <c:pt idx="404">
                  <c:v>7.8606785802770807</c:v>
                </c:pt>
                <c:pt idx="405">
                  <c:v>10.870382422761388</c:v>
                </c:pt>
                <c:pt idx="406">
                  <c:v>0.47331551821133794</c:v>
                </c:pt>
                <c:pt idx="407">
                  <c:v>7.3433919842773481</c:v>
                </c:pt>
                <c:pt idx="408">
                  <c:v>10.824988683126261</c:v>
                </c:pt>
                <c:pt idx="409">
                  <c:v>3.3604376997345722</c:v>
                </c:pt>
                <c:pt idx="410">
                  <c:v>1.1526748557719702</c:v>
                </c:pt>
                <c:pt idx="411">
                  <c:v>5.8111665451257766</c:v>
                </c:pt>
                <c:pt idx="412">
                  <c:v>6.6302816161527867</c:v>
                </c:pt>
                <c:pt idx="413">
                  <c:v>7.6586085389749945</c:v>
                </c:pt>
                <c:pt idx="414">
                  <c:v>7.4125878258000908</c:v>
                </c:pt>
                <c:pt idx="415">
                  <c:v>13.126101485651011</c:v>
                </c:pt>
                <c:pt idx="416">
                  <c:v>8.6911651945709583</c:v>
                </c:pt>
                <c:pt idx="417">
                  <c:v>9.3068403069289705</c:v>
                </c:pt>
                <c:pt idx="418">
                  <c:v>1.3560001186849107</c:v>
                </c:pt>
                <c:pt idx="419">
                  <c:v>4.5943033837385761</c:v>
                </c:pt>
                <c:pt idx="420">
                  <c:v>4.8739764854542793</c:v>
                </c:pt>
                <c:pt idx="421">
                  <c:v>8.8487356193578126</c:v>
                </c:pt>
                <c:pt idx="422">
                  <c:v>7.7126486904319469</c:v>
                </c:pt>
                <c:pt idx="423">
                  <c:v>6.0182371607466303</c:v>
                </c:pt>
                <c:pt idx="424">
                  <c:v>6.4408686458910154</c:v>
                </c:pt>
                <c:pt idx="425">
                  <c:v>5.8677276613468221</c:v>
                </c:pt>
                <c:pt idx="426">
                  <c:v>7.2192099489585511</c:v>
                </c:pt>
                <c:pt idx="427">
                  <c:v>6.372845547312024</c:v>
                </c:pt>
                <c:pt idx="428">
                  <c:v>9.8460747507903861</c:v>
                </c:pt>
                <c:pt idx="429">
                  <c:v>7.3110050975851859</c:v>
                </c:pt>
                <c:pt idx="430">
                  <c:v>5.5064574286284982</c:v>
                </c:pt>
                <c:pt idx="431">
                  <c:v>8.1865759281953423</c:v>
                </c:pt>
                <c:pt idx="432">
                  <c:v>5.1728177364808277</c:v>
                </c:pt>
                <c:pt idx="433">
                  <c:v>6.6042071556326203</c:v>
                </c:pt>
                <c:pt idx="434">
                  <c:v>1.7270724366721635</c:v>
                </c:pt>
                <c:pt idx="435">
                  <c:v>9.5278696192072641</c:v>
                </c:pt>
                <c:pt idx="436">
                  <c:v>6.3185486615813486</c:v>
                </c:pt>
                <c:pt idx="437">
                  <c:v>3.6625232468811588</c:v>
                </c:pt>
                <c:pt idx="438">
                  <c:v>2.6643968938375324</c:v>
                </c:pt>
                <c:pt idx="439">
                  <c:v>7.6563639814470434</c:v>
                </c:pt>
                <c:pt idx="440">
                  <c:v>6.7554599347340911</c:v>
                </c:pt>
                <c:pt idx="441">
                  <c:v>8.9657433677749783</c:v>
                </c:pt>
                <c:pt idx="442">
                  <c:v>2.7408629204926052</c:v>
                </c:pt>
                <c:pt idx="443">
                  <c:v>2.8827139844582446</c:v>
                </c:pt>
                <c:pt idx="444">
                  <c:v>10.668622256161783</c:v>
                </c:pt>
                <c:pt idx="445">
                  <c:v>4.7755655140990605</c:v>
                </c:pt>
                <c:pt idx="446">
                  <c:v>-0.21616930065523152</c:v>
                </c:pt>
                <c:pt idx="447">
                  <c:v>7.4673020986812721</c:v>
                </c:pt>
                <c:pt idx="448">
                  <c:v>2.9022515325583429</c:v>
                </c:pt>
                <c:pt idx="449">
                  <c:v>4.4444459378500554</c:v>
                </c:pt>
                <c:pt idx="450">
                  <c:v>9.5291558791091351</c:v>
                </c:pt>
                <c:pt idx="451">
                  <c:v>1.9203636306531424</c:v>
                </c:pt>
                <c:pt idx="452">
                  <c:v>8.907503642587276</c:v>
                </c:pt>
                <c:pt idx="453">
                  <c:v>9.9449900701075808</c:v>
                </c:pt>
                <c:pt idx="454">
                  <c:v>2.7216789122302485</c:v>
                </c:pt>
                <c:pt idx="455">
                  <c:v>9.3995303334447105</c:v>
                </c:pt>
                <c:pt idx="456">
                  <c:v>6.5387133239970883</c:v>
                </c:pt>
                <c:pt idx="457">
                  <c:v>8.8721903104086302</c:v>
                </c:pt>
                <c:pt idx="458">
                  <c:v>8.8231315845383946</c:v>
                </c:pt>
                <c:pt idx="459">
                  <c:v>6.5690565330138346</c:v>
                </c:pt>
                <c:pt idx="460">
                  <c:v>9.8162243887454377</c:v>
                </c:pt>
                <c:pt idx="461">
                  <c:v>5.5122749273221112</c:v>
                </c:pt>
                <c:pt idx="462">
                  <c:v>5.6894754088066</c:v>
                </c:pt>
                <c:pt idx="463">
                  <c:v>0.86551602031148833</c:v>
                </c:pt>
                <c:pt idx="464">
                  <c:v>2.0134832117492292</c:v>
                </c:pt>
                <c:pt idx="465">
                  <c:v>6.9698552535167524</c:v>
                </c:pt>
                <c:pt idx="466">
                  <c:v>5.5138346271687935</c:v>
                </c:pt>
                <c:pt idx="467">
                  <c:v>2.6779959114730465</c:v>
                </c:pt>
                <c:pt idx="468">
                  <c:v>13.103679901882469</c:v>
                </c:pt>
                <c:pt idx="469">
                  <c:v>7.3363590761485202</c:v>
                </c:pt>
                <c:pt idx="470">
                  <c:v>13.698932721639137</c:v>
                </c:pt>
                <c:pt idx="471">
                  <c:v>5.8327162686226668</c:v>
                </c:pt>
                <c:pt idx="472">
                  <c:v>3.4246417329177672</c:v>
                </c:pt>
                <c:pt idx="473">
                  <c:v>7.4459479355117084</c:v>
                </c:pt>
                <c:pt idx="474">
                  <c:v>5.5012512572774099</c:v>
                </c:pt>
                <c:pt idx="475">
                  <c:v>8.0044928263720561</c:v>
                </c:pt>
                <c:pt idx="476">
                  <c:v>4.880963091594805</c:v>
                </c:pt>
                <c:pt idx="477">
                  <c:v>8.6854054805387779</c:v>
                </c:pt>
                <c:pt idx="478">
                  <c:v>3.1361326274993448</c:v>
                </c:pt>
                <c:pt idx="479">
                  <c:v>2.5858261654727404</c:v>
                </c:pt>
                <c:pt idx="480">
                  <c:v>12.004067407710673</c:v>
                </c:pt>
                <c:pt idx="481">
                  <c:v>4.5662393511556463</c:v>
                </c:pt>
                <c:pt idx="482">
                  <c:v>5.8161758696706745</c:v>
                </c:pt>
                <c:pt idx="483">
                  <c:v>9.8693746234567072</c:v>
                </c:pt>
                <c:pt idx="484">
                  <c:v>9.5515927442998674</c:v>
                </c:pt>
                <c:pt idx="485">
                  <c:v>2.9907640023825897</c:v>
                </c:pt>
                <c:pt idx="486">
                  <c:v>6.5847916918372746</c:v>
                </c:pt>
                <c:pt idx="487">
                  <c:v>7.4160458548686918</c:v>
                </c:pt>
                <c:pt idx="488">
                  <c:v>7.2481670517208725</c:v>
                </c:pt>
                <c:pt idx="489">
                  <c:v>7.1044182791061266</c:v>
                </c:pt>
                <c:pt idx="490">
                  <c:v>7.8238418065168185</c:v>
                </c:pt>
                <c:pt idx="491">
                  <c:v>6.6917029926876932</c:v>
                </c:pt>
                <c:pt idx="492">
                  <c:v>4.0358120687415111</c:v>
                </c:pt>
                <c:pt idx="493">
                  <c:v>9.536428970348549</c:v>
                </c:pt>
                <c:pt idx="494">
                  <c:v>6.9931532477611373</c:v>
                </c:pt>
                <c:pt idx="495">
                  <c:v>3.7051964279205527</c:v>
                </c:pt>
                <c:pt idx="496">
                  <c:v>8.3945459562364313</c:v>
                </c:pt>
                <c:pt idx="497">
                  <c:v>2.8677332248358569</c:v>
                </c:pt>
                <c:pt idx="498">
                  <c:v>8.9260261565731476</c:v>
                </c:pt>
                <c:pt idx="499">
                  <c:v>2.3223809071065555</c:v>
                </c:pt>
                <c:pt idx="500">
                  <c:v>1.8367328907907516</c:v>
                </c:pt>
                <c:pt idx="501">
                  <c:v>3.0495357834298042</c:v>
                </c:pt>
                <c:pt idx="502">
                  <c:v>3.1946590777912123</c:v>
                </c:pt>
                <c:pt idx="503">
                  <c:v>8.8594526439724639</c:v>
                </c:pt>
                <c:pt idx="504">
                  <c:v>1.8532857088107098</c:v>
                </c:pt>
                <c:pt idx="505">
                  <c:v>7.990755763804076</c:v>
                </c:pt>
                <c:pt idx="506">
                  <c:v>9.8071179962604447</c:v>
                </c:pt>
                <c:pt idx="507">
                  <c:v>4.8791129681939687</c:v>
                </c:pt>
                <c:pt idx="508">
                  <c:v>4.0186968913837289</c:v>
                </c:pt>
                <c:pt idx="509">
                  <c:v>6.3081540805756786</c:v>
                </c:pt>
                <c:pt idx="510">
                  <c:v>7.3047185425149257</c:v>
                </c:pt>
                <c:pt idx="511">
                  <c:v>4.3769623843754148</c:v>
                </c:pt>
                <c:pt idx="512">
                  <c:v>7.0145941289348288</c:v>
                </c:pt>
                <c:pt idx="513">
                  <c:v>1.9615810242996543</c:v>
                </c:pt>
                <c:pt idx="514">
                  <c:v>5.6330851055965692</c:v>
                </c:pt>
                <c:pt idx="515">
                  <c:v>2.7430753444838656</c:v>
                </c:pt>
                <c:pt idx="516">
                  <c:v>7.3446280278524494</c:v>
                </c:pt>
                <c:pt idx="517">
                  <c:v>4.3337101166107885</c:v>
                </c:pt>
                <c:pt idx="518">
                  <c:v>4.0338445860502388</c:v>
                </c:pt>
                <c:pt idx="519">
                  <c:v>5.1871653613151718</c:v>
                </c:pt>
                <c:pt idx="520">
                  <c:v>7.78081481264483</c:v>
                </c:pt>
                <c:pt idx="521">
                  <c:v>8.2500198565944487</c:v>
                </c:pt>
                <c:pt idx="522">
                  <c:v>9.7936596793717658</c:v>
                </c:pt>
                <c:pt idx="523">
                  <c:v>5.6225588385705576</c:v>
                </c:pt>
                <c:pt idx="524">
                  <c:v>11.060217824560118</c:v>
                </c:pt>
                <c:pt idx="525">
                  <c:v>7.2820661788890293</c:v>
                </c:pt>
                <c:pt idx="526">
                  <c:v>5.6723740120850419</c:v>
                </c:pt>
                <c:pt idx="527">
                  <c:v>5.8636123735728782</c:v>
                </c:pt>
                <c:pt idx="528">
                  <c:v>6.7028737197919934</c:v>
                </c:pt>
                <c:pt idx="529">
                  <c:v>4.1591984252680456</c:v>
                </c:pt>
                <c:pt idx="530">
                  <c:v>10.09414309372759</c:v>
                </c:pt>
                <c:pt idx="531">
                  <c:v>11.074148900482767</c:v>
                </c:pt>
                <c:pt idx="532">
                  <c:v>6.6809493256481174</c:v>
                </c:pt>
                <c:pt idx="533">
                  <c:v>6.1568233484135071</c:v>
                </c:pt>
                <c:pt idx="534">
                  <c:v>5.7842625774802547</c:v>
                </c:pt>
                <c:pt idx="535">
                  <c:v>8.3369194697870608</c:v>
                </c:pt>
                <c:pt idx="536">
                  <c:v>3.8992933126986187</c:v>
                </c:pt>
                <c:pt idx="537">
                  <c:v>1.6696314126121516</c:v>
                </c:pt>
                <c:pt idx="538">
                  <c:v>3.8385842336546538</c:v>
                </c:pt>
                <c:pt idx="539">
                  <c:v>9.9454582405605265</c:v>
                </c:pt>
                <c:pt idx="540">
                  <c:v>3.923312237005224</c:v>
                </c:pt>
                <c:pt idx="541">
                  <c:v>11.668019327258989</c:v>
                </c:pt>
                <c:pt idx="542">
                  <c:v>9.5186176760862047</c:v>
                </c:pt>
                <c:pt idx="543">
                  <c:v>9.9197320820377382</c:v>
                </c:pt>
                <c:pt idx="544">
                  <c:v>5.4047442994168957</c:v>
                </c:pt>
                <c:pt idx="545">
                  <c:v>5.5161542146686307</c:v>
                </c:pt>
                <c:pt idx="546">
                  <c:v>5.192825797031638</c:v>
                </c:pt>
                <c:pt idx="547">
                  <c:v>1.9894727852257985</c:v>
                </c:pt>
                <c:pt idx="548">
                  <c:v>3.7129745997198871</c:v>
                </c:pt>
                <c:pt idx="549">
                  <c:v>6.8754749321482178</c:v>
                </c:pt>
                <c:pt idx="550">
                  <c:v>9.8508567461701197</c:v>
                </c:pt>
                <c:pt idx="551">
                  <c:v>3.4462898332614986</c:v>
                </c:pt>
                <c:pt idx="552">
                  <c:v>6.5676700418685741</c:v>
                </c:pt>
                <c:pt idx="553">
                  <c:v>6.1268363755230926</c:v>
                </c:pt>
                <c:pt idx="554">
                  <c:v>3.7286632615144306</c:v>
                </c:pt>
                <c:pt idx="555">
                  <c:v>5.0532405658560364</c:v>
                </c:pt>
                <c:pt idx="556">
                  <c:v>6.1846271228920067</c:v>
                </c:pt>
                <c:pt idx="557">
                  <c:v>7.2383467163666619</c:v>
                </c:pt>
                <c:pt idx="558">
                  <c:v>9.9450435440633083</c:v>
                </c:pt>
                <c:pt idx="559">
                  <c:v>5.8309403475707553</c:v>
                </c:pt>
                <c:pt idx="560">
                  <c:v>8.8225735698787116</c:v>
                </c:pt>
                <c:pt idx="561">
                  <c:v>5.458198764510664</c:v>
                </c:pt>
                <c:pt idx="562">
                  <c:v>9.6327328505497505</c:v>
                </c:pt>
                <c:pt idx="563">
                  <c:v>0.42252600650575545</c:v>
                </c:pt>
                <c:pt idx="564">
                  <c:v>10.319672971339202</c:v>
                </c:pt>
                <c:pt idx="565">
                  <c:v>1.9696542301321658</c:v>
                </c:pt>
              </c:numCache>
            </c:numRef>
          </c:xVal>
          <c:yVal>
            <c:numRef>
              <c:f>Sheet1!$B$2:$B$567</c:f>
              <c:numCache>
                <c:formatCode>General</c:formatCode>
                <c:ptCount val="566"/>
                <c:pt idx="0">
                  <c:v>-0.35967883280462104</c:v>
                </c:pt>
                <c:pt idx="1">
                  <c:v>-5.7320701795763185</c:v>
                </c:pt>
                <c:pt idx="2">
                  <c:v>3.404299840489093</c:v>
                </c:pt>
                <c:pt idx="3">
                  <c:v>-1.4583417661237088</c:v>
                </c:pt>
                <c:pt idx="4">
                  <c:v>-7.1682280613833367</c:v>
                </c:pt>
                <c:pt idx="5">
                  <c:v>4.4000064262384981</c:v>
                </c:pt>
                <c:pt idx="6">
                  <c:v>8.8627798910460331</c:v>
                </c:pt>
                <c:pt idx="7">
                  <c:v>-7.7240638706189957</c:v>
                </c:pt>
                <c:pt idx="8">
                  <c:v>-5.8607833085181635</c:v>
                </c:pt>
                <c:pt idx="9">
                  <c:v>-8.2062275052059928</c:v>
                </c:pt>
                <c:pt idx="10">
                  <c:v>-5.991501199567411</c:v>
                </c:pt>
                <c:pt idx="11">
                  <c:v>0.54263868949375815</c:v>
                </c:pt>
                <c:pt idx="12">
                  <c:v>-6.1458419826244812</c:v>
                </c:pt>
                <c:pt idx="13">
                  <c:v>-0.10378896909907626</c:v>
                </c:pt>
                <c:pt idx="14">
                  <c:v>-3.4390662678137001</c:v>
                </c:pt>
                <c:pt idx="15">
                  <c:v>4.2813558064548527</c:v>
                </c:pt>
                <c:pt idx="16">
                  <c:v>8.9139391936907106</c:v>
                </c:pt>
                <c:pt idx="17">
                  <c:v>7.2164010174795896</c:v>
                </c:pt>
                <c:pt idx="18">
                  <c:v>-1.3389705680703921</c:v>
                </c:pt>
                <c:pt idx="19">
                  <c:v>-1.9592897590489973</c:v>
                </c:pt>
                <c:pt idx="20">
                  <c:v>-5.7254305936156626</c:v>
                </c:pt>
                <c:pt idx="21">
                  <c:v>-6.9346145637250194</c:v>
                </c:pt>
                <c:pt idx="22">
                  <c:v>-3.3354974278157625</c:v>
                </c:pt>
                <c:pt idx="23">
                  <c:v>2.4298456026957398</c:v>
                </c:pt>
                <c:pt idx="24">
                  <c:v>5.5897157288075334</c:v>
                </c:pt>
                <c:pt idx="25">
                  <c:v>-8.2192941115595044</c:v>
                </c:pt>
                <c:pt idx="26">
                  <c:v>-4.210756113327724</c:v>
                </c:pt>
                <c:pt idx="27">
                  <c:v>-7.1886697056941111</c:v>
                </c:pt>
                <c:pt idx="28">
                  <c:v>-7.9817461409064476</c:v>
                </c:pt>
                <c:pt idx="29">
                  <c:v>4.9795445265691161</c:v>
                </c:pt>
                <c:pt idx="30">
                  <c:v>5.7042749865518001</c:v>
                </c:pt>
                <c:pt idx="31">
                  <c:v>-5.2946097634187277</c:v>
                </c:pt>
                <c:pt idx="32">
                  <c:v>6.6676428916676631</c:v>
                </c:pt>
                <c:pt idx="33">
                  <c:v>-5.8089207138576704</c:v>
                </c:pt>
                <c:pt idx="34">
                  <c:v>-1.9685756879590988</c:v>
                </c:pt>
                <c:pt idx="35">
                  <c:v>-3.7258533077727236</c:v>
                </c:pt>
                <c:pt idx="36">
                  <c:v>-6.0488665999732616</c:v>
                </c:pt>
                <c:pt idx="37">
                  <c:v>-1.9909390175221575</c:v>
                </c:pt>
                <c:pt idx="38">
                  <c:v>-7.784403537734339</c:v>
                </c:pt>
                <c:pt idx="39">
                  <c:v>1.2177672710106204</c:v>
                </c:pt>
                <c:pt idx="40">
                  <c:v>4.3348148679720744</c:v>
                </c:pt>
                <c:pt idx="41">
                  <c:v>2.9018295067736637</c:v>
                </c:pt>
                <c:pt idx="42">
                  <c:v>6.9935026178217399</c:v>
                </c:pt>
                <c:pt idx="43">
                  <c:v>7.6540369235158572</c:v>
                </c:pt>
                <c:pt idx="44">
                  <c:v>-1.2077765650790218</c:v>
                </c:pt>
                <c:pt idx="45">
                  <c:v>-1.4289512980864447</c:v>
                </c:pt>
                <c:pt idx="46">
                  <c:v>3.1116379319482301</c:v>
                </c:pt>
                <c:pt idx="47">
                  <c:v>4.5752150694381779</c:v>
                </c:pt>
                <c:pt idx="48">
                  <c:v>7.1780865661443656</c:v>
                </c:pt>
                <c:pt idx="49">
                  <c:v>8.7683982907219065</c:v>
                </c:pt>
                <c:pt idx="50">
                  <c:v>3.2983462996731134</c:v>
                </c:pt>
                <c:pt idx="51">
                  <c:v>5.4435960582683016</c:v>
                </c:pt>
                <c:pt idx="52">
                  <c:v>-6.732071801756466</c:v>
                </c:pt>
                <c:pt idx="53">
                  <c:v>-4.8451395511108446</c:v>
                </c:pt>
                <c:pt idx="54">
                  <c:v>7.8851686599177944</c:v>
                </c:pt>
                <c:pt idx="55">
                  <c:v>7.4770908709009989</c:v>
                </c:pt>
                <c:pt idx="56">
                  <c:v>-2.8973978495197157</c:v>
                </c:pt>
                <c:pt idx="57">
                  <c:v>-2.5905979263563874</c:v>
                </c:pt>
                <c:pt idx="58">
                  <c:v>6.1749013009855256</c:v>
                </c:pt>
                <c:pt idx="59">
                  <c:v>-3.3437694970671963</c:v>
                </c:pt>
                <c:pt idx="60">
                  <c:v>4.2621485039920097</c:v>
                </c:pt>
                <c:pt idx="61">
                  <c:v>0.49871055157168254</c:v>
                </c:pt>
                <c:pt idx="62">
                  <c:v>1.1330059357512865</c:v>
                </c:pt>
                <c:pt idx="63">
                  <c:v>3.0102803663235802</c:v>
                </c:pt>
                <c:pt idx="64">
                  <c:v>-0.38916414004967176</c:v>
                </c:pt>
                <c:pt idx="65">
                  <c:v>5.6181930983289696</c:v>
                </c:pt>
                <c:pt idx="66">
                  <c:v>4.2448823928030137</c:v>
                </c:pt>
                <c:pt idx="67">
                  <c:v>-7.5719670138489281</c:v>
                </c:pt>
                <c:pt idx="68">
                  <c:v>-3.0290838362185162</c:v>
                </c:pt>
                <c:pt idx="69">
                  <c:v>-5.0366224785020099</c:v>
                </c:pt>
                <c:pt idx="70">
                  <c:v>-9.2937015916388663</c:v>
                </c:pt>
                <c:pt idx="71">
                  <c:v>-7.0716613236472838</c:v>
                </c:pt>
                <c:pt idx="72">
                  <c:v>0.24650102541361613</c:v>
                </c:pt>
                <c:pt idx="73">
                  <c:v>10.238766996213357</c:v>
                </c:pt>
                <c:pt idx="74">
                  <c:v>-6.7864383117734519</c:v>
                </c:pt>
                <c:pt idx="75">
                  <c:v>-5.9873354528768212</c:v>
                </c:pt>
                <c:pt idx="76">
                  <c:v>-5.0979706910141314</c:v>
                </c:pt>
                <c:pt idx="77">
                  <c:v>0.92896480756339928</c:v>
                </c:pt>
                <c:pt idx="78">
                  <c:v>2.9899148369014759</c:v>
                </c:pt>
                <c:pt idx="79">
                  <c:v>-3.0584697001857371</c:v>
                </c:pt>
                <c:pt idx="80">
                  <c:v>-5.734473715706903</c:v>
                </c:pt>
                <c:pt idx="81">
                  <c:v>2.2318040777934613</c:v>
                </c:pt>
                <c:pt idx="82">
                  <c:v>6.6853285659676649</c:v>
                </c:pt>
                <c:pt idx="83">
                  <c:v>2.9214579516850026</c:v>
                </c:pt>
                <c:pt idx="84">
                  <c:v>-8.8859071934811773</c:v>
                </c:pt>
                <c:pt idx="85">
                  <c:v>-2.3859201533049519</c:v>
                </c:pt>
                <c:pt idx="86">
                  <c:v>-1.3578231483325818</c:v>
                </c:pt>
                <c:pt idx="87">
                  <c:v>-2.7369999715441868</c:v>
                </c:pt>
                <c:pt idx="88">
                  <c:v>-5.8446930487798729</c:v>
                </c:pt>
                <c:pt idx="89">
                  <c:v>-7.7396010424576405</c:v>
                </c:pt>
                <c:pt idx="90">
                  <c:v>-3.5522368280989021</c:v>
                </c:pt>
                <c:pt idx="91">
                  <c:v>-3.2285651902266865</c:v>
                </c:pt>
                <c:pt idx="92">
                  <c:v>9.5623394411056921</c:v>
                </c:pt>
                <c:pt idx="93">
                  <c:v>-1.8138647713849649</c:v>
                </c:pt>
                <c:pt idx="94">
                  <c:v>1.1763437564936203</c:v>
                </c:pt>
                <c:pt idx="95">
                  <c:v>-5.4273558539983373</c:v>
                </c:pt>
                <c:pt idx="96">
                  <c:v>-6.3668109285864629</c:v>
                </c:pt>
                <c:pt idx="97">
                  <c:v>-4.6329519811946076</c:v>
                </c:pt>
                <c:pt idx="98">
                  <c:v>2.0240587441098019</c:v>
                </c:pt>
                <c:pt idx="99">
                  <c:v>-4.6343852682302193</c:v>
                </c:pt>
                <c:pt idx="100">
                  <c:v>4.7816336675106239</c:v>
                </c:pt>
                <c:pt idx="101">
                  <c:v>-6.8513342421020784</c:v>
                </c:pt>
                <c:pt idx="102">
                  <c:v>-4.2447611476840637</c:v>
                </c:pt>
                <c:pt idx="103">
                  <c:v>-1.6646825510522525</c:v>
                </c:pt>
                <c:pt idx="104">
                  <c:v>6.0719486669011937</c:v>
                </c:pt>
                <c:pt idx="105">
                  <c:v>0.21718443586179667</c:v>
                </c:pt>
                <c:pt idx="106">
                  <c:v>-2.4304620210764893</c:v>
                </c:pt>
                <c:pt idx="107">
                  <c:v>6.8010091251709666</c:v>
                </c:pt>
                <c:pt idx="108">
                  <c:v>-1.4809282465970837</c:v>
                </c:pt>
                <c:pt idx="109">
                  <c:v>0.16631846945839612</c:v>
                </c:pt>
                <c:pt idx="110">
                  <c:v>-6.5699384008946868</c:v>
                </c:pt>
                <c:pt idx="111">
                  <c:v>-4.5321831416615197</c:v>
                </c:pt>
                <c:pt idx="112">
                  <c:v>-7.8727202471187452</c:v>
                </c:pt>
                <c:pt idx="113">
                  <c:v>-7.355651464215649</c:v>
                </c:pt>
                <c:pt idx="114">
                  <c:v>-6.3407878283901393</c:v>
                </c:pt>
                <c:pt idx="115">
                  <c:v>3.9434651877799038</c:v>
                </c:pt>
                <c:pt idx="116">
                  <c:v>-7.9143090069441504</c:v>
                </c:pt>
                <c:pt idx="117">
                  <c:v>-10.707595736486475</c:v>
                </c:pt>
                <c:pt idx="118">
                  <c:v>-4.5088615535830279</c:v>
                </c:pt>
                <c:pt idx="119">
                  <c:v>-2.4908549254446029</c:v>
                </c:pt>
                <c:pt idx="120">
                  <c:v>-4.5539884328457552</c:v>
                </c:pt>
                <c:pt idx="121">
                  <c:v>-5.0934638860448862</c:v>
                </c:pt>
                <c:pt idx="122">
                  <c:v>-3.4394554798396557</c:v>
                </c:pt>
                <c:pt idx="123">
                  <c:v>-8.885058667732002</c:v>
                </c:pt>
                <c:pt idx="124">
                  <c:v>3.7419874510120037</c:v>
                </c:pt>
                <c:pt idx="125">
                  <c:v>-6.8149099106403392</c:v>
                </c:pt>
                <c:pt idx="126">
                  <c:v>0.54372451663781241</c:v>
                </c:pt>
                <c:pt idx="127">
                  <c:v>-3.8796703733301885</c:v>
                </c:pt>
                <c:pt idx="128">
                  <c:v>8.3541236218709933</c:v>
                </c:pt>
                <c:pt idx="129">
                  <c:v>-5.6426014351989151</c:v>
                </c:pt>
                <c:pt idx="130">
                  <c:v>-6.0940115223491942</c:v>
                </c:pt>
                <c:pt idx="131">
                  <c:v>7.6450524246003537</c:v>
                </c:pt>
                <c:pt idx="132">
                  <c:v>0.4305420819374034</c:v>
                </c:pt>
                <c:pt idx="133">
                  <c:v>3.1890158031512783</c:v>
                </c:pt>
                <c:pt idx="134">
                  <c:v>-3.3861919408500785</c:v>
                </c:pt>
                <c:pt idx="135">
                  <c:v>-9.1669877422856469</c:v>
                </c:pt>
                <c:pt idx="136">
                  <c:v>0.93679304505453587</c:v>
                </c:pt>
                <c:pt idx="137">
                  <c:v>6.7987688120157337</c:v>
                </c:pt>
                <c:pt idx="138">
                  <c:v>-5.0034459894389922</c:v>
                </c:pt>
                <c:pt idx="139">
                  <c:v>3.5393123309697705</c:v>
                </c:pt>
                <c:pt idx="140">
                  <c:v>-4.9063987502924826</c:v>
                </c:pt>
                <c:pt idx="141">
                  <c:v>-3.2972812526852477</c:v>
                </c:pt>
                <c:pt idx="142">
                  <c:v>11.166210610513646</c:v>
                </c:pt>
                <c:pt idx="143">
                  <c:v>8.8172759749920164</c:v>
                </c:pt>
                <c:pt idx="144">
                  <c:v>-1.9133766826932814</c:v>
                </c:pt>
                <c:pt idx="145">
                  <c:v>-3.5622105115651101</c:v>
                </c:pt>
                <c:pt idx="146">
                  <c:v>-1.2801496619986785</c:v>
                </c:pt>
                <c:pt idx="147">
                  <c:v>-2.6869323960987526</c:v>
                </c:pt>
                <c:pt idx="148">
                  <c:v>-6.3205409926835046</c:v>
                </c:pt>
                <c:pt idx="149">
                  <c:v>-5.4015639900017058</c:v>
                </c:pt>
                <c:pt idx="150">
                  <c:v>-5.8776369059312703</c:v>
                </c:pt>
                <c:pt idx="151">
                  <c:v>-3.8898036274290257</c:v>
                </c:pt>
                <c:pt idx="152">
                  <c:v>-8.4687692702570843</c:v>
                </c:pt>
                <c:pt idx="153">
                  <c:v>0.43087380782877033</c:v>
                </c:pt>
                <c:pt idx="154">
                  <c:v>-8.3762049509695018</c:v>
                </c:pt>
                <c:pt idx="155">
                  <c:v>7.4815508718767143</c:v>
                </c:pt>
                <c:pt idx="156">
                  <c:v>0.95118557705445961</c:v>
                </c:pt>
                <c:pt idx="157">
                  <c:v>3.8367448011656387</c:v>
                </c:pt>
                <c:pt idx="158">
                  <c:v>-5.0238115461700046</c:v>
                </c:pt>
                <c:pt idx="159">
                  <c:v>-0.76713994953330022</c:v>
                </c:pt>
                <c:pt idx="160">
                  <c:v>-4.7942156459669016</c:v>
                </c:pt>
                <c:pt idx="161">
                  <c:v>-6.5319157035409967</c:v>
                </c:pt>
                <c:pt idx="162">
                  <c:v>2.8340298479227677</c:v>
                </c:pt>
                <c:pt idx="163">
                  <c:v>4.9590535708463044</c:v>
                </c:pt>
                <c:pt idx="164">
                  <c:v>-2.2611338980193803</c:v>
                </c:pt>
                <c:pt idx="165">
                  <c:v>1.2755867972970587</c:v>
                </c:pt>
                <c:pt idx="166">
                  <c:v>-2.5716238565639435</c:v>
                </c:pt>
                <c:pt idx="167">
                  <c:v>3.3746443612005845</c:v>
                </c:pt>
                <c:pt idx="168">
                  <c:v>-7.7733048349374538</c:v>
                </c:pt>
                <c:pt idx="169">
                  <c:v>-0.94852296226407451</c:v>
                </c:pt>
                <c:pt idx="170">
                  <c:v>0.8318353588633518</c:v>
                </c:pt>
                <c:pt idx="171">
                  <c:v>-4.6538374290257334</c:v>
                </c:pt>
                <c:pt idx="172">
                  <c:v>3.4294586945379057</c:v>
                </c:pt>
                <c:pt idx="173">
                  <c:v>-4.794426341819209</c:v>
                </c:pt>
                <c:pt idx="174">
                  <c:v>-0.63959040665736189</c:v>
                </c:pt>
                <c:pt idx="175">
                  <c:v>8.342958361267403</c:v>
                </c:pt>
                <c:pt idx="176">
                  <c:v>-4.6817913339511525</c:v>
                </c:pt>
                <c:pt idx="177">
                  <c:v>-6.1612050905885933</c:v>
                </c:pt>
                <c:pt idx="178">
                  <c:v>-6.4280459589500349</c:v>
                </c:pt>
                <c:pt idx="179">
                  <c:v>-5.6672990702731951</c:v>
                </c:pt>
                <c:pt idx="180">
                  <c:v>-1.4349301264675354</c:v>
                </c:pt>
                <c:pt idx="181">
                  <c:v>-9.3470437003864113</c:v>
                </c:pt>
                <c:pt idx="182">
                  <c:v>3.6828868493853122</c:v>
                </c:pt>
                <c:pt idx="183">
                  <c:v>-6.6616074996701125</c:v>
                </c:pt>
                <c:pt idx="184">
                  <c:v>-5.0856160881473924</c:v>
                </c:pt>
                <c:pt idx="185">
                  <c:v>6.7917948672512418</c:v>
                </c:pt>
                <c:pt idx="186">
                  <c:v>-2.9626022330816406</c:v>
                </c:pt>
                <c:pt idx="187">
                  <c:v>-8.1860690826615823</c:v>
                </c:pt>
                <c:pt idx="188">
                  <c:v>0.615542075594949</c:v>
                </c:pt>
                <c:pt idx="189">
                  <c:v>-1.9782538552857283</c:v>
                </c:pt>
                <c:pt idx="190">
                  <c:v>1.1035892137607182</c:v>
                </c:pt>
                <c:pt idx="191">
                  <c:v>7.027360742645409</c:v>
                </c:pt>
                <c:pt idx="192">
                  <c:v>2.8522733552565849</c:v>
                </c:pt>
                <c:pt idx="193">
                  <c:v>-7.9675381871812325</c:v>
                </c:pt>
                <c:pt idx="194">
                  <c:v>10.831640680184281</c:v>
                </c:pt>
                <c:pt idx="195">
                  <c:v>11.159871115296948</c:v>
                </c:pt>
                <c:pt idx="196">
                  <c:v>9.0158964160559893</c:v>
                </c:pt>
                <c:pt idx="197">
                  <c:v>6.9233207911608439</c:v>
                </c:pt>
                <c:pt idx="198">
                  <c:v>-6.5925789952269076</c:v>
                </c:pt>
                <c:pt idx="199">
                  <c:v>-9.1657353537790076</c:v>
                </c:pt>
                <c:pt idx="200">
                  <c:v>-1.9477864701787964</c:v>
                </c:pt>
                <c:pt idx="201">
                  <c:v>-4.017833305358872</c:v>
                </c:pt>
                <c:pt idx="202">
                  <c:v>13.465274016112415</c:v>
                </c:pt>
                <c:pt idx="203">
                  <c:v>2.7405281944940554</c:v>
                </c:pt>
                <c:pt idx="204">
                  <c:v>10.427376204172928</c:v>
                </c:pt>
                <c:pt idx="205">
                  <c:v>-1.6416776136725348</c:v>
                </c:pt>
                <c:pt idx="206">
                  <c:v>-0.26513003413698599</c:v>
                </c:pt>
                <c:pt idx="207">
                  <c:v>-3.7422528715910235</c:v>
                </c:pt>
                <c:pt idx="208">
                  <c:v>-2.2189800603507783</c:v>
                </c:pt>
                <c:pt idx="209">
                  <c:v>-5.8329418267419015</c:v>
                </c:pt>
                <c:pt idx="210">
                  <c:v>7.7413090222049741</c:v>
                </c:pt>
                <c:pt idx="211">
                  <c:v>9.3730728146052957</c:v>
                </c:pt>
                <c:pt idx="212">
                  <c:v>4.5091544344791528</c:v>
                </c:pt>
                <c:pt idx="213">
                  <c:v>0.7798384343704714</c:v>
                </c:pt>
                <c:pt idx="214">
                  <c:v>4.2874966277933275</c:v>
                </c:pt>
                <c:pt idx="215">
                  <c:v>-4.7738086714839802</c:v>
                </c:pt>
                <c:pt idx="216">
                  <c:v>7.2407012777652593</c:v>
                </c:pt>
                <c:pt idx="217">
                  <c:v>-0.90618408825421026</c:v>
                </c:pt>
                <c:pt idx="218">
                  <c:v>5.0503751369724403</c:v>
                </c:pt>
                <c:pt idx="219">
                  <c:v>-3.9453978481467979</c:v>
                </c:pt>
                <c:pt idx="220">
                  <c:v>3.0814097573612251</c:v>
                </c:pt>
                <c:pt idx="221">
                  <c:v>-8.1670348153019621</c:v>
                </c:pt>
                <c:pt idx="222">
                  <c:v>11.104599350075283</c:v>
                </c:pt>
                <c:pt idx="223">
                  <c:v>5.1924174220009389</c:v>
                </c:pt>
                <c:pt idx="224">
                  <c:v>-1.6192542561241199</c:v>
                </c:pt>
                <c:pt idx="225">
                  <c:v>-5.8470039245326673</c:v>
                </c:pt>
                <c:pt idx="226">
                  <c:v>6.8607132657723096</c:v>
                </c:pt>
                <c:pt idx="227">
                  <c:v>-5.6539107214941078</c:v>
                </c:pt>
                <c:pt idx="228">
                  <c:v>-8.7054708026950625</c:v>
                </c:pt>
                <c:pt idx="229">
                  <c:v>-0.41231503128227937</c:v>
                </c:pt>
                <c:pt idx="230">
                  <c:v>-0.85661962068479247</c:v>
                </c:pt>
                <c:pt idx="231">
                  <c:v>3.8832489232513421</c:v>
                </c:pt>
                <c:pt idx="232">
                  <c:v>11.005877432884565</c:v>
                </c:pt>
                <c:pt idx="233">
                  <c:v>-1.4487048174265034</c:v>
                </c:pt>
                <c:pt idx="234">
                  <c:v>-5.301033907107632</c:v>
                </c:pt>
                <c:pt idx="235">
                  <c:v>-6.5057850584589048</c:v>
                </c:pt>
                <c:pt idx="236">
                  <c:v>-6.8784408099940997</c:v>
                </c:pt>
                <c:pt idx="237">
                  <c:v>9.3376409649755434</c:v>
                </c:pt>
                <c:pt idx="238">
                  <c:v>-0.20414007100034431</c:v>
                </c:pt>
                <c:pt idx="239">
                  <c:v>0.80242755183188186</c:v>
                </c:pt>
                <c:pt idx="240">
                  <c:v>0.68889954297855738</c:v>
                </c:pt>
                <c:pt idx="241">
                  <c:v>-4.3619722393155742</c:v>
                </c:pt>
                <c:pt idx="242">
                  <c:v>-2.9735463670104081</c:v>
                </c:pt>
                <c:pt idx="243">
                  <c:v>-3.7645810499708232</c:v>
                </c:pt>
                <c:pt idx="244">
                  <c:v>-1.0860111021956513</c:v>
                </c:pt>
                <c:pt idx="245">
                  <c:v>6.5135100765803209</c:v>
                </c:pt>
                <c:pt idx="246">
                  <c:v>4.6116946390029927</c:v>
                </c:pt>
                <c:pt idx="247">
                  <c:v>-3.9522526442151431</c:v>
                </c:pt>
                <c:pt idx="248">
                  <c:v>-7.0434658150329321</c:v>
                </c:pt>
                <c:pt idx="249">
                  <c:v>-0.90052374850710593</c:v>
                </c:pt>
                <c:pt idx="250">
                  <c:v>9.5435599266725486</c:v>
                </c:pt>
                <c:pt idx="251">
                  <c:v>7.8153315737561444</c:v>
                </c:pt>
                <c:pt idx="252">
                  <c:v>-7.7445824356186863</c:v>
                </c:pt>
                <c:pt idx="253">
                  <c:v>-6.6753172928410036</c:v>
                </c:pt>
                <c:pt idx="254">
                  <c:v>-2.0981931763946178</c:v>
                </c:pt>
                <c:pt idx="255">
                  <c:v>8.045577042469338</c:v>
                </c:pt>
                <c:pt idx="256">
                  <c:v>-2.6323036505645199</c:v>
                </c:pt>
                <c:pt idx="257">
                  <c:v>-1.3865479514137351</c:v>
                </c:pt>
                <c:pt idx="258">
                  <c:v>-0.19346579036562872</c:v>
                </c:pt>
                <c:pt idx="259">
                  <c:v>8.4995508191847033</c:v>
                </c:pt>
                <c:pt idx="260">
                  <c:v>-7.5338086142894669</c:v>
                </c:pt>
                <c:pt idx="261">
                  <c:v>-4.475382496997911</c:v>
                </c:pt>
                <c:pt idx="262">
                  <c:v>-5.1001454042323662</c:v>
                </c:pt>
                <c:pt idx="263">
                  <c:v>-7.5112691501392117</c:v>
                </c:pt>
                <c:pt idx="264">
                  <c:v>6.8920646446557274</c:v>
                </c:pt>
                <c:pt idx="265">
                  <c:v>-8.7374870562905826</c:v>
                </c:pt>
                <c:pt idx="266">
                  <c:v>-8.5472222166266452</c:v>
                </c:pt>
                <c:pt idx="267">
                  <c:v>2.5411302514030312</c:v>
                </c:pt>
                <c:pt idx="268">
                  <c:v>1.3533697293917857</c:v>
                </c:pt>
                <c:pt idx="269">
                  <c:v>-1.9878640410063204</c:v>
                </c:pt>
                <c:pt idx="270">
                  <c:v>4.1656402210478722</c:v>
                </c:pt>
                <c:pt idx="271">
                  <c:v>10.00773209041223</c:v>
                </c:pt>
                <c:pt idx="272">
                  <c:v>-0.3428739121279839</c:v>
                </c:pt>
                <c:pt idx="273">
                  <c:v>1.6352102640871682E-2</c:v>
                </c:pt>
                <c:pt idx="274">
                  <c:v>-0.56043384099017024</c:v>
                </c:pt>
                <c:pt idx="275">
                  <c:v>1.6235225684542243</c:v>
                </c:pt>
                <c:pt idx="276">
                  <c:v>4.386397958824177</c:v>
                </c:pt>
                <c:pt idx="277">
                  <c:v>7.1846763873429573</c:v>
                </c:pt>
                <c:pt idx="278">
                  <c:v>-6.9603941868171821</c:v>
                </c:pt>
                <c:pt idx="279">
                  <c:v>-7.4111209105202569</c:v>
                </c:pt>
                <c:pt idx="280">
                  <c:v>-6.0239797475087293</c:v>
                </c:pt>
                <c:pt idx="281">
                  <c:v>-5.9658156930964177</c:v>
                </c:pt>
                <c:pt idx="282">
                  <c:v>7.999235996653046</c:v>
                </c:pt>
                <c:pt idx="283">
                  <c:v>-2.2580596140318296</c:v>
                </c:pt>
                <c:pt idx="284">
                  <c:v>-0.42179377717560107</c:v>
                </c:pt>
                <c:pt idx="285">
                  <c:v>-6.2783558599145328</c:v>
                </c:pt>
                <c:pt idx="286">
                  <c:v>-2.0044631413342353</c:v>
                </c:pt>
                <c:pt idx="287">
                  <c:v>10.300888965593257</c:v>
                </c:pt>
                <c:pt idx="288">
                  <c:v>6.6689406563206788</c:v>
                </c:pt>
                <c:pt idx="289">
                  <c:v>-2.8320564606450307</c:v>
                </c:pt>
                <c:pt idx="290">
                  <c:v>10.257665628692138</c:v>
                </c:pt>
                <c:pt idx="291">
                  <c:v>0.70374690507704962</c:v>
                </c:pt>
                <c:pt idx="292">
                  <c:v>7.4225365005109092</c:v>
                </c:pt>
                <c:pt idx="293">
                  <c:v>9.4599102689853396</c:v>
                </c:pt>
                <c:pt idx="294">
                  <c:v>-9.71390261262904</c:v>
                </c:pt>
                <c:pt idx="295">
                  <c:v>-5.0943173326804496</c:v>
                </c:pt>
                <c:pt idx="296">
                  <c:v>-1.5127945974487846</c:v>
                </c:pt>
                <c:pt idx="297">
                  <c:v>11.102101353165001</c:v>
                </c:pt>
                <c:pt idx="298">
                  <c:v>3.2825532439148013</c:v>
                </c:pt>
                <c:pt idx="299">
                  <c:v>-5.4507657960126412</c:v>
                </c:pt>
                <c:pt idx="300">
                  <c:v>-2.9478577940068416</c:v>
                </c:pt>
                <c:pt idx="301">
                  <c:v>-0.23903581696637999</c:v>
                </c:pt>
                <c:pt idx="302">
                  <c:v>13.123046244280747</c:v>
                </c:pt>
                <c:pt idx="303">
                  <c:v>1.3427191503705358</c:v>
                </c:pt>
                <c:pt idx="304">
                  <c:v>-5.5413108332153129</c:v>
                </c:pt>
                <c:pt idx="305">
                  <c:v>-2.5722456538943543</c:v>
                </c:pt>
                <c:pt idx="306">
                  <c:v>1.9275112421715661</c:v>
                </c:pt>
                <c:pt idx="307">
                  <c:v>4.6149384470079609</c:v>
                </c:pt>
                <c:pt idx="308">
                  <c:v>-3.0471349238966434</c:v>
                </c:pt>
                <c:pt idx="309">
                  <c:v>-4.2520874026126725</c:v>
                </c:pt>
                <c:pt idx="310">
                  <c:v>1.6124965765848285</c:v>
                </c:pt>
                <c:pt idx="311">
                  <c:v>-8.6316825937688808</c:v>
                </c:pt>
                <c:pt idx="312">
                  <c:v>4.7134688868329437</c:v>
                </c:pt>
                <c:pt idx="313">
                  <c:v>-4.5365461099297972</c:v>
                </c:pt>
                <c:pt idx="314">
                  <c:v>-3.3052218660499926</c:v>
                </c:pt>
                <c:pt idx="315">
                  <c:v>-8.7515430471933477</c:v>
                </c:pt>
                <c:pt idx="316">
                  <c:v>-5.441953694599869</c:v>
                </c:pt>
                <c:pt idx="317">
                  <c:v>1.2523504016811078</c:v>
                </c:pt>
                <c:pt idx="318">
                  <c:v>-5.5738718304082715</c:v>
                </c:pt>
                <c:pt idx="319">
                  <c:v>-4.6056595375753373</c:v>
                </c:pt>
                <c:pt idx="320">
                  <c:v>-5.6259004751763815</c:v>
                </c:pt>
                <c:pt idx="321">
                  <c:v>-5.0035779427351557</c:v>
                </c:pt>
                <c:pt idx="322">
                  <c:v>0.70582774188426312</c:v>
                </c:pt>
                <c:pt idx="323">
                  <c:v>-5.0732886659105434</c:v>
                </c:pt>
                <c:pt idx="324">
                  <c:v>12.058986032091704</c:v>
                </c:pt>
                <c:pt idx="325">
                  <c:v>-1.4892927681177606</c:v>
                </c:pt>
                <c:pt idx="326">
                  <c:v>12.36233963466219</c:v>
                </c:pt>
                <c:pt idx="327">
                  <c:v>-7.0561356818550447</c:v>
                </c:pt>
                <c:pt idx="328">
                  <c:v>-3.0262047307886224</c:v>
                </c:pt>
                <c:pt idx="329">
                  <c:v>4.4641597652242249</c:v>
                </c:pt>
                <c:pt idx="330">
                  <c:v>-8.4355868820301438</c:v>
                </c:pt>
                <c:pt idx="331">
                  <c:v>7.8891564299571906</c:v>
                </c:pt>
                <c:pt idx="332">
                  <c:v>-3.5932924736244258</c:v>
                </c:pt>
                <c:pt idx="333">
                  <c:v>0.54429696148815199</c:v>
                </c:pt>
                <c:pt idx="334">
                  <c:v>6.0639068623664114</c:v>
                </c:pt>
                <c:pt idx="335">
                  <c:v>2.0973059372416949</c:v>
                </c:pt>
                <c:pt idx="336">
                  <c:v>2.6911375568996059</c:v>
                </c:pt>
                <c:pt idx="337">
                  <c:v>8.7623547942795401</c:v>
                </c:pt>
                <c:pt idx="338">
                  <c:v>11.106301252705338</c:v>
                </c:pt>
                <c:pt idx="339">
                  <c:v>5.7019593992938491</c:v>
                </c:pt>
                <c:pt idx="340">
                  <c:v>-9.0681384090486734</c:v>
                </c:pt>
                <c:pt idx="341">
                  <c:v>1.6516766296177459</c:v>
                </c:pt>
                <c:pt idx="342">
                  <c:v>7.1871452789592132</c:v>
                </c:pt>
                <c:pt idx="343">
                  <c:v>-3.3689281669240052</c:v>
                </c:pt>
                <c:pt idx="344">
                  <c:v>-5.5352600184104608</c:v>
                </c:pt>
                <c:pt idx="345">
                  <c:v>-5.2523851184594488</c:v>
                </c:pt>
                <c:pt idx="346">
                  <c:v>2.0333616906066028</c:v>
                </c:pt>
                <c:pt idx="347">
                  <c:v>1.6959104036162926</c:v>
                </c:pt>
                <c:pt idx="348">
                  <c:v>-1.3433351354137326</c:v>
                </c:pt>
                <c:pt idx="349">
                  <c:v>-8.7871792536211064</c:v>
                </c:pt>
                <c:pt idx="350">
                  <c:v>-6.1445198987626268</c:v>
                </c:pt>
                <c:pt idx="351">
                  <c:v>-3.3546397885699761</c:v>
                </c:pt>
                <c:pt idx="352">
                  <c:v>-7.1175490371667394</c:v>
                </c:pt>
                <c:pt idx="353">
                  <c:v>9.9916671547952625</c:v>
                </c:pt>
                <c:pt idx="354">
                  <c:v>5.9292482350701983</c:v>
                </c:pt>
                <c:pt idx="355">
                  <c:v>-3.0465715896313506</c:v>
                </c:pt>
                <c:pt idx="356">
                  <c:v>1.1500505082249644</c:v>
                </c:pt>
                <c:pt idx="357">
                  <c:v>7.2087378956704393</c:v>
                </c:pt>
                <c:pt idx="358">
                  <c:v>7.7963354545069476</c:v>
                </c:pt>
                <c:pt idx="359">
                  <c:v>-0.86062183683805404</c:v>
                </c:pt>
                <c:pt idx="360">
                  <c:v>10.512982625945217</c:v>
                </c:pt>
                <c:pt idx="361">
                  <c:v>6.7027037240813465</c:v>
                </c:pt>
                <c:pt idx="362">
                  <c:v>-2.8905113730642276</c:v>
                </c:pt>
                <c:pt idx="363">
                  <c:v>0.61017896414577477</c:v>
                </c:pt>
                <c:pt idx="364">
                  <c:v>0.39609347633213116</c:v>
                </c:pt>
                <c:pt idx="365">
                  <c:v>7.9285971941211724</c:v>
                </c:pt>
                <c:pt idx="366">
                  <c:v>8.6108402543111904</c:v>
                </c:pt>
                <c:pt idx="367">
                  <c:v>-5.524836476978555</c:v>
                </c:pt>
                <c:pt idx="368">
                  <c:v>-4.0882109527338244</c:v>
                </c:pt>
                <c:pt idx="369">
                  <c:v>3.3028134748676199</c:v>
                </c:pt>
                <c:pt idx="370">
                  <c:v>3.3872059242395722</c:v>
                </c:pt>
                <c:pt idx="371">
                  <c:v>-7.1107227025522057</c:v>
                </c:pt>
                <c:pt idx="372">
                  <c:v>3.967999422087952</c:v>
                </c:pt>
                <c:pt idx="373">
                  <c:v>4.2338996118240502</c:v>
                </c:pt>
                <c:pt idx="374">
                  <c:v>1.071339067998528</c:v>
                </c:pt>
                <c:pt idx="375">
                  <c:v>-6.1599996489365383</c:v>
                </c:pt>
                <c:pt idx="376">
                  <c:v>3.0323804112664092</c:v>
                </c:pt>
                <c:pt idx="377">
                  <c:v>-5.6303075714856616</c:v>
                </c:pt>
                <c:pt idx="378">
                  <c:v>0.44994167220654091</c:v>
                </c:pt>
                <c:pt idx="379">
                  <c:v>4.3092730697311481</c:v>
                </c:pt>
                <c:pt idx="380">
                  <c:v>-4.5076282762412427</c:v>
                </c:pt>
                <c:pt idx="381">
                  <c:v>-6.1012132738252394</c:v>
                </c:pt>
                <c:pt idx="382">
                  <c:v>-5.9986032308074462</c:v>
                </c:pt>
                <c:pt idx="383">
                  <c:v>-2.6733500903302683</c:v>
                </c:pt>
                <c:pt idx="384">
                  <c:v>0.59928946205950306</c:v>
                </c:pt>
                <c:pt idx="385">
                  <c:v>1.0642589594639811</c:v>
                </c:pt>
                <c:pt idx="386">
                  <c:v>-1.2057841291844336</c:v>
                </c:pt>
                <c:pt idx="387">
                  <c:v>-5.3717521976090792</c:v>
                </c:pt>
                <c:pt idx="388">
                  <c:v>-5.7116010294509802</c:v>
                </c:pt>
                <c:pt idx="389">
                  <c:v>6.5748037638332395</c:v>
                </c:pt>
                <c:pt idx="390">
                  <c:v>7.8822745651709987</c:v>
                </c:pt>
                <c:pt idx="391">
                  <c:v>-7.5006143323273315</c:v>
                </c:pt>
                <c:pt idx="392">
                  <c:v>-7.2917028772256511</c:v>
                </c:pt>
                <c:pt idx="393">
                  <c:v>-3.033014405171119</c:v>
                </c:pt>
                <c:pt idx="394">
                  <c:v>8.9367286552285705</c:v>
                </c:pt>
                <c:pt idx="395">
                  <c:v>-0.31268427725077247</c:v>
                </c:pt>
                <c:pt idx="396">
                  <c:v>-4.562626010432715</c:v>
                </c:pt>
                <c:pt idx="397">
                  <c:v>11.229479745650311</c:v>
                </c:pt>
                <c:pt idx="398">
                  <c:v>-0.55739886341459566</c:v>
                </c:pt>
                <c:pt idx="399">
                  <c:v>-6.2992692966937414</c:v>
                </c:pt>
                <c:pt idx="400">
                  <c:v>-7.1999878651821723</c:v>
                </c:pt>
                <c:pt idx="401">
                  <c:v>-4.7310629570788878</c:v>
                </c:pt>
                <c:pt idx="402">
                  <c:v>11.86092731954683</c:v>
                </c:pt>
                <c:pt idx="403">
                  <c:v>7.9335985257740873</c:v>
                </c:pt>
                <c:pt idx="404">
                  <c:v>1.9565473817939019</c:v>
                </c:pt>
                <c:pt idx="405">
                  <c:v>-4.2904054369256173</c:v>
                </c:pt>
                <c:pt idx="406">
                  <c:v>5.8347986462159902</c:v>
                </c:pt>
                <c:pt idx="407">
                  <c:v>2.1160415067846596</c:v>
                </c:pt>
                <c:pt idx="408">
                  <c:v>5.8896155227592679</c:v>
                </c:pt>
                <c:pt idx="409">
                  <c:v>7.026238701863087</c:v>
                </c:pt>
                <c:pt idx="410">
                  <c:v>-5.8511944300540328</c:v>
                </c:pt>
                <c:pt idx="411">
                  <c:v>8.6863734411809048</c:v>
                </c:pt>
                <c:pt idx="412">
                  <c:v>7.7781632497027973</c:v>
                </c:pt>
                <c:pt idx="413">
                  <c:v>0.41179967177948101</c:v>
                </c:pt>
                <c:pt idx="414">
                  <c:v>1.594920784577978</c:v>
                </c:pt>
                <c:pt idx="415">
                  <c:v>6.0631844634339771</c:v>
                </c:pt>
                <c:pt idx="416">
                  <c:v>-4.8392325190592009</c:v>
                </c:pt>
                <c:pt idx="417">
                  <c:v>-4.3403204046914032</c:v>
                </c:pt>
                <c:pt idx="418">
                  <c:v>-2.3817787701746784</c:v>
                </c:pt>
                <c:pt idx="419">
                  <c:v>4.8278464384068807</c:v>
                </c:pt>
                <c:pt idx="420">
                  <c:v>6.0062421314571734</c:v>
                </c:pt>
                <c:pt idx="421">
                  <c:v>-0.79807675781811971</c:v>
                </c:pt>
                <c:pt idx="422">
                  <c:v>-2.2740113018795172</c:v>
                </c:pt>
                <c:pt idx="423">
                  <c:v>5.6538753548496494</c:v>
                </c:pt>
                <c:pt idx="424">
                  <c:v>-8.9277741173233451</c:v>
                </c:pt>
                <c:pt idx="425">
                  <c:v>-7.1100655583598504</c:v>
                </c:pt>
                <c:pt idx="426">
                  <c:v>-2.8892593769230603</c:v>
                </c:pt>
                <c:pt idx="427">
                  <c:v>-5.0754436396008105</c:v>
                </c:pt>
                <c:pt idx="428">
                  <c:v>-4.5832385290642321</c:v>
                </c:pt>
                <c:pt idx="429">
                  <c:v>-3.0125364276663915</c:v>
                </c:pt>
                <c:pt idx="430">
                  <c:v>-3.0908916632957673</c:v>
                </c:pt>
                <c:pt idx="431">
                  <c:v>-3.7639590938274696</c:v>
                </c:pt>
                <c:pt idx="432">
                  <c:v>-9.8136220861908452</c:v>
                </c:pt>
                <c:pt idx="433">
                  <c:v>-6.5281720256665565</c:v>
                </c:pt>
                <c:pt idx="434">
                  <c:v>6.9477124291057706</c:v>
                </c:pt>
                <c:pt idx="435">
                  <c:v>6.7838888401435264</c:v>
                </c:pt>
                <c:pt idx="436">
                  <c:v>-6.233943251496</c:v>
                </c:pt>
                <c:pt idx="437">
                  <c:v>-8.6693381855345137</c:v>
                </c:pt>
                <c:pt idx="438">
                  <c:v>-5.0779837624862543</c:v>
                </c:pt>
                <c:pt idx="439">
                  <c:v>-4.2917574461746497</c:v>
                </c:pt>
                <c:pt idx="440">
                  <c:v>-7.3430061575469576</c:v>
                </c:pt>
                <c:pt idx="441">
                  <c:v>-1.2398045837823357</c:v>
                </c:pt>
                <c:pt idx="442">
                  <c:v>-7.4333514962684948</c:v>
                </c:pt>
                <c:pt idx="443">
                  <c:v>7.2529383152495468</c:v>
                </c:pt>
                <c:pt idx="444">
                  <c:v>4.9709685014047249</c:v>
                </c:pt>
                <c:pt idx="445">
                  <c:v>-4.9344863113856157</c:v>
                </c:pt>
                <c:pt idx="446">
                  <c:v>-3.2992324818973335</c:v>
                </c:pt>
                <c:pt idx="447">
                  <c:v>-2.5239594147355082</c:v>
                </c:pt>
                <c:pt idx="448">
                  <c:v>9.946378121072506</c:v>
                </c:pt>
                <c:pt idx="449">
                  <c:v>-4.0640093791665732</c:v>
                </c:pt>
                <c:pt idx="450">
                  <c:v>6.3137801446156105</c:v>
                </c:pt>
                <c:pt idx="451">
                  <c:v>4.8077715062957971</c:v>
                </c:pt>
                <c:pt idx="452">
                  <c:v>-1.4540614620706542</c:v>
                </c:pt>
                <c:pt idx="453">
                  <c:v>11.693213869954006</c:v>
                </c:pt>
                <c:pt idx="454">
                  <c:v>1.9799689265216758</c:v>
                </c:pt>
                <c:pt idx="455">
                  <c:v>-1.1058666683308386E-2</c:v>
                </c:pt>
                <c:pt idx="456">
                  <c:v>-4.9408652314617774</c:v>
                </c:pt>
                <c:pt idx="457">
                  <c:v>-6.3685554686816852</c:v>
                </c:pt>
                <c:pt idx="458">
                  <c:v>-1.9660180880217863</c:v>
                </c:pt>
                <c:pt idx="459">
                  <c:v>-4.7146597933741088</c:v>
                </c:pt>
                <c:pt idx="460">
                  <c:v>-4.0253865299481522</c:v>
                </c:pt>
                <c:pt idx="461">
                  <c:v>-1.9557336653320843</c:v>
                </c:pt>
                <c:pt idx="462">
                  <c:v>-6.7387278482065271</c:v>
                </c:pt>
                <c:pt idx="463">
                  <c:v>7.7390599645342881</c:v>
                </c:pt>
                <c:pt idx="464">
                  <c:v>-5.1217912509344083</c:v>
                </c:pt>
                <c:pt idx="465">
                  <c:v>-5.7159215812381756</c:v>
                </c:pt>
                <c:pt idx="466">
                  <c:v>-3.2271080861200319</c:v>
                </c:pt>
                <c:pt idx="467">
                  <c:v>-5.4202212598347543</c:v>
                </c:pt>
                <c:pt idx="468">
                  <c:v>9.3321004276706283</c:v>
                </c:pt>
                <c:pt idx="469">
                  <c:v>-0.41867704146479306</c:v>
                </c:pt>
                <c:pt idx="470">
                  <c:v>2.220054334278855</c:v>
                </c:pt>
                <c:pt idx="471">
                  <c:v>8.2259031152085456</c:v>
                </c:pt>
                <c:pt idx="472">
                  <c:v>9.073121375615699</c:v>
                </c:pt>
                <c:pt idx="473">
                  <c:v>-0.60016771640354083</c:v>
                </c:pt>
                <c:pt idx="474">
                  <c:v>-8.0060678352833339</c:v>
                </c:pt>
                <c:pt idx="475">
                  <c:v>-1.8011477248163379</c:v>
                </c:pt>
                <c:pt idx="476">
                  <c:v>-6.0873078157413527</c:v>
                </c:pt>
                <c:pt idx="477">
                  <c:v>7.3310050586361157</c:v>
                </c:pt>
                <c:pt idx="478">
                  <c:v>9.0323773324300163</c:v>
                </c:pt>
                <c:pt idx="479">
                  <c:v>-5.0864599428046766</c:v>
                </c:pt>
                <c:pt idx="480">
                  <c:v>-0.83688792706819881</c:v>
                </c:pt>
                <c:pt idx="481">
                  <c:v>-6.7190958641582705</c:v>
                </c:pt>
                <c:pt idx="482">
                  <c:v>2.02785085431639</c:v>
                </c:pt>
                <c:pt idx="483">
                  <c:v>-7.7064736067289186</c:v>
                </c:pt>
                <c:pt idx="484">
                  <c:v>6.1042071493875643</c:v>
                </c:pt>
                <c:pt idx="485">
                  <c:v>4.0812449397518602</c:v>
                </c:pt>
                <c:pt idx="486">
                  <c:v>-1.7426895545723304</c:v>
                </c:pt>
                <c:pt idx="487">
                  <c:v>-7.6311464689158868</c:v>
                </c:pt>
                <c:pt idx="488">
                  <c:v>-1.8671566877422299</c:v>
                </c:pt>
                <c:pt idx="489">
                  <c:v>-6.4622799797280859</c:v>
                </c:pt>
                <c:pt idx="490">
                  <c:v>-1.5144756593446291</c:v>
                </c:pt>
                <c:pt idx="491">
                  <c:v>4.1101680042982265</c:v>
                </c:pt>
                <c:pt idx="492">
                  <c:v>5.5847309188887415</c:v>
                </c:pt>
                <c:pt idx="493">
                  <c:v>0.10904180337457937</c:v>
                </c:pt>
                <c:pt idx="494">
                  <c:v>-2.3699937947425176</c:v>
                </c:pt>
                <c:pt idx="495">
                  <c:v>1.3830017398841188</c:v>
                </c:pt>
                <c:pt idx="496">
                  <c:v>15.817529786667647</c:v>
                </c:pt>
                <c:pt idx="497">
                  <c:v>-5.3966426101018641</c:v>
                </c:pt>
                <c:pt idx="498">
                  <c:v>-8.0423562505964057</c:v>
                </c:pt>
                <c:pt idx="499">
                  <c:v>-10.510252767045079</c:v>
                </c:pt>
                <c:pt idx="500">
                  <c:v>9.2844561982691776</c:v>
                </c:pt>
                <c:pt idx="501">
                  <c:v>-7.5206237062095074</c:v>
                </c:pt>
                <c:pt idx="502">
                  <c:v>-4.4779040085154973</c:v>
                </c:pt>
                <c:pt idx="503">
                  <c:v>10.150119247897024</c:v>
                </c:pt>
                <c:pt idx="504">
                  <c:v>8.7856938214098754</c:v>
                </c:pt>
                <c:pt idx="505">
                  <c:v>-2.1681028336920085</c:v>
                </c:pt>
                <c:pt idx="506">
                  <c:v>6.9398805849791678</c:v>
                </c:pt>
                <c:pt idx="507">
                  <c:v>-4.8672455154926171</c:v>
                </c:pt>
                <c:pt idx="508">
                  <c:v>-7.3614755810584391</c:v>
                </c:pt>
                <c:pt idx="509">
                  <c:v>0.73969270356823369</c:v>
                </c:pt>
                <c:pt idx="510">
                  <c:v>7.9886059059480434</c:v>
                </c:pt>
                <c:pt idx="511">
                  <c:v>2.7201475788643421</c:v>
                </c:pt>
                <c:pt idx="512">
                  <c:v>7.6211852281399466</c:v>
                </c:pt>
                <c:pt idx="513">
                  <c:v>9.4472979342723544</c:v>
                </c:pt>
                <c:pt idx="514">
                  <c:v>9.5120198398165599</c:v>
                </c:pt>
                <c:pt idx="515">
                  <c:v>-2.5173321313117447</c:v>
                </c:pt>
                <c:pt idx="516">
                  <c:v>3.6708147323475329</c:v>
                </c:pt>
                <c:pt idx="517">
                  <c:v>-1.2268214934679602</c:v>
                </c:pt>
                <c:pt idx="518">
                  <c:v>3.0840661539208138</c:v>
                </c:pt>
                <c:pt idx="519">
                  <c:v>4.6865362544314388</c:v>
                </c:pt>
                <c:pt idx="520">
                  <c:v>-5.1014545237759243</c:v>
                </c:pt>
                <c:pt idx="521">
                  <c:v>3.3095661081464853</c:v>
                </c:pt>
                <c:pt idx="522">
                  <c:v>-1.0967732135407253</c:v>
                </c:pt>
                <c:pt idx="523">
                  <c:v>12.628715974351813</c:v>
                </c:pt>
                <c:pt idx="524">
                  <c:v>3.7550235565443932</c:v>
                </c:pt>
                <c:pt idx="525">
                  <c:v>12.800832330853375</c:v>
                </c:pt>
                <c:pt idx="526">
                  <c:v>-5.7584382284591769</c:v>
                </c:pt>
                <c:pt idx="527">
                  <c:v>-3.8912378098707916</c:v>
                </c:pt>
                <c:pt idx="528">
                  <c:v>2.9737095422542641</c:v>
                </c:pt>
                <c:pt idx="529">
                  <c:v>-7.712750612182993</c:v>
                </c:pt>
                <c:pt idx="530">
                  <c:v>3.3881562099758837</c:v>
                </c:pt>
                <c:pt idx="531">
                  <c:v>-0.92751400392529948</c:v>
                </c:pt>
                <c:pt idx="532">
                  <c:v>-8.3735725500118043</c:v>
                </c:pt>
                <c:pt idx="533">
                  <c:v>-4.7523696930589603</c:v>
                </c:pt>
                <c:pt idx="534">
                  <c:v>-2.0152661125035811</c:v>
                </c:pt>
                <c:pt idx="535">
                  <c:v>-4.6761259269227278</c:v>
                </c:pt>
                <c:pt idx="536">
                  <c:v>-8.0608455990303298</c:v>
                </c:pt>
                <c:pt idx="537">
                  <c:v>6.8087163137998061</c:v>
                </c:pt>
                <c:pt idx="538">
                  <c:v>-1.9928856891691458</c:v>
                </c:pt>
                <c:pt idx="539">
                  <c:v>1.890731523497341</c:v>
                </c:pt>
                <c:pt idx="540">
                  <c:v>-6.0360304832986964</c:v>
                </c:pt>
                <c:pt idx="541">
                  <c:v>-3.0056857696858148</c:v>
                </c:pt>
                <c:pt idx="542">
                  <c:v>4.6677692687618952</c:v>
                </c:pt>
                <c:pt idx="543">
                  <c:v>5.9849864522504799</c:v>
                </c:pt>
                <c:pt idx="544">
                  <c:v>3.4623982052366298</c:v>
                </c:pt>
                <c:pt idx="545">
                  <c:v>-6.4944397427846967</c:v>
                </c:pt>
                <c:pt idx="546">
                  <c:v>8.3963532229237625</c:v>
                </c:pt>
                <c:pt idx="547">
                  <c:v>8.4747422014928837</c:v>
                </c:pt>
                <c:pt idx="548">
                  <c:v>10.84486606609207</c:v>
                </c:pt>
                <c:pt idx="549">
                  <c:v>-5.6766025459009208</c:v>
                </c:pt>
                <c:pt idx="550">
                  <c:v>-1.4942037383495457</c:v>
                </c:pt>
                <c:pt idx="551">
                  <c:v>-6.3505502160552414</c:v>
                </c:pt>
                <c:pt idx="552">
                  <c:v>7.8244331531700393</c:v>
                </c:pt>
                <c:pt idx="553">
                  <c:v>-8.9677727515824142</c:v>
                </c:pt>
                <c:pt idx="554">
                  <c:v>-2.889375003325342</c:v>
                </c:pt>
                <c:pt idx="555">
                  <c:v>-0.25225788085609041</c:v>
                </c:pt>
                <c:pt idx="556">
                  <c:v>-3.2650311192319599</c:v>
                </c:pt>
                <c:pt idx="557">
                  <c:v>1.2703850235478402</c:v>
                </c:pt>
                <c:pt idx="558">
                  <c:v>0.64412972958062842</c:v>
                </c:pt>
                <c:pt idx="559">
                  <c:v>-0.37293169988133196</c:v>
                </c:pt>
                <c:pt idx="560">
                  <c:v>1.6429010039299607</c:v>
                </c:pt>
                <c:pt idx="561">
                  <c:v>-5.8032221557945798</c:v>
                </c:pt>
                <c:pt idx="562">
                  <c:v>2.1452240490757277</c:v>
                </c:pt>
                <c:pt idx="563">
                  <c:v>4.7684508104368977</c:v>
                </c:pt>
                <c:pt idx="564">
                  <c:v>0.90470982061821703</c:v>
                </c:pt>
                <c:pt idx="565">
                  <c:v>2.941950823501033</c:v>
                </c:pt>
              </c:numCache>
            </c:numRef>
          </c:yVal>
          <c:smooth val="0"/>
          <c:extLs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Sheet1!$C$2:$C$483</c:f>
              <c:numCache>
                <c:formatCode>General</c:formatCode>
                <c:ptCount val="482"/>
                <c:pt idx="0">
                  <c:v>-8.7933136211666607</c:v>
                </c:pt>
                <c:pt idx="1">
                  <c:v>-10.021841574374397</c:v>
                </c:pt>
                <c:pt idx="2">
                  <c:v>-6.2647497545486122</c:v>
                </c:pt>
                <c:pt idx="3">
                  <c:v>-9.3124002680105225</c:v>
                </c:pt>
                <c:pt idx="4">
                  <c:v>-6.0974018046705574</c:v>
                </c:pt>
                <c:pt idx="5">
                  <c:v>-1.8955417221840165</c:v>
                </c:pt>
                <c:pt idx="6">
                  <c:v>-10.584761087756736</c:v>
                </c:pt>
                <c:pt idx="7">
                  <c:v>-9.134745618305562</c:v>
                </c:pt>
                <c:pt idx="8">
                  <c:v>-5.3826147778420763</c:v>
                </c:pt>
                <c:pt idx="9">
                  <c:v>-3.4887190244806319</c:v>
                </c:pt>
                <c:pt idx="10">
                  <c:v>-5.5904125228168207</c:v>
                </c:pt>
                <c:pt idx="11">
                  <c:v>-7.8032370849971384</c:v>
                </c:pt>
                <c:pt idx="12">
                  <c:v>-8.0653228607607996</c:v>
                </c:pt>
                <c:pt idx="13">
                  <c:v>-6.093893257608312</c:v>
                </c:pt>
                <c:pt idx="14">
                  <c:v>-7.4085353606419622</c:v>
                </c:pt>
                <c:pt idx="15">
                  <c:v>-7.205485417894387</c:v>
                </c:pt>
                <c:pt idx="16">
                  <c:v>-9.9213563535599256</c:v>
                </c:pt>
                <c:pt idx="17">
                  <c:v>-8.8585819194694952</c:v>
                </c:pt>
                <c:pt idx="18">
                  <c:v>-8.6582487161195214</c:v>
                </c:pt>
                <c:pt idx="19">
                  <c:v>-8.8782897411087252</c:v>
                </c:pt>
                <c:pt idx="20">
                  <c:v>-10.411610529867243</c:v>
                </c:pt>
                <c:pt idx="21">
                  <c:v>-10.46843786060708</c:v>
                </c:pt>
                <c:pt idx="22">
                  <c:v>-8.1351669293139928</c:v>
                </c:pt>
                <c:pt idx="23">
                  <c:v>-8.5355634831781888</c:v>
                </c:pt>
                <c:pt idx="24">
                  <c:v>-8.2636228114222341</c:v>
                </c:pt>
                <c:pt idx="25">
                  <c:v>-8.1081121734284647</c:v>
                </c:pt>
                <c:pt idx="26">
                  <c:v>-12.838982995743219</c:v>
                </c:pt>
                <c:pt idx="27">
                  <c:v>-6.4376795883680051</c:v>
                </c:pt>
                <c:pt idx="28">
                  <c:v>-9.1812268666449555</c:v>
                </c:pt>
                <c:pt idx="29">
                  <c:v>-7.5062794078359731</c:v>
                </c:pt>
                <c:pt idx="30">
                  <c:v>-7.6576164551612518</c:v>
                </c:pt>
                <c:pt idx="31">
                  <c:v>-6.7310485404833322</c:v>
                </c:pt>
                <c:pt idx="32">
                  <c:v>-8.2865057088154277</c:v>
                </c:pt>
                <c:pt idx="33">
                  <c:v>-11.529672040392866</c:v>
                </c:pt>
                <c:pt idx="34">
                  <c:v>-8.2057401624031758</c:v>
                </c:pt>
                <c:pt idx="35">
                  <c:v>-7.0916383081149919</c:v>
                </c:pt>
                <c:pt idx="36">
                  <c:v>-2.9851097660566803</c:v>
                </c:pt>
                <c:pt idx="37">
                  <c:v>-8.8783994951704415</c:v>
                </c:pt>
                <c:pt idx="38">
                  <c:v>-6.883647988640953</c:v>
                </c:pt>
                <c:pt idx="39">
                  <c:v>-2.2930152334559435</c:v>
                </c:pt>
                <c:pt idx="40">
                  <c:v>-6.2264521506875727</c:v>
                </c:pt>
                <c:pt idx="41">
                  <c:v>-8.8523221337553331</c:v>
                </c:pt>
                <c:pt idx="42">
                  <c:v>-8.1742312404479183</c:v>
                </c:pt>
                <c:pt idx="43">
                  <c:v>-7.3365151321859008</c:v>
                </c:pt>
                <c:pt idx="44">
                  <c:v>-9.6502292689728577</c:v>
                </c:pt>
                <c:pt idx="45">
                  <c:v>-0.48837529260564488</c:v>
                </c:pt>
                <c:pt idx="46">
                  <c:v>-2.1395701800017242</c:v>
                </c:pt>
                <c:pt idx="47">
                  <c:v>-0.77847870977798672</c:v>
                </c:pt>
                <c:pt idx="48">
                  <c:v>-9.2548538049254603</c:v>
                </c:pt>
                <c:pt idx="49">
                  <c:v>-8.1129663115211237</c:v>
                </c:pt>
                <c:pt idx="50">
                  <c:v>-7.7812957312994149</c:v>
                </c:pt>
                <c:pt idx="51">
                  <c:v>-9.9589541070190588</c:v>
                </c:pt>
                <c:pt idx="52">
                  <c:v>-7.1781325802531528</c:v>
                </c:pt>
                <c:pt idx="53">
                  <c:v>-0.83447059067050278</c:v>
                </c:pt>
                <c:pt idx="54">
                  <c:v>-2.4400644696540295</c:v>
                </c:pt>
                <c:pt idx="55">
                  <c:v>-7.5363856269067062</c:v>
                </c:pt>
                <c:pt idx="56">
                  <c:v>-7.8174985533049668</c:v>
                </c:pt>
                <c:pt idx="57">
                  <c:v>-3.1573919050914006</c:v>
                </c:pt>
                <c:pt idx="58">
                  <c:v>-6.6934491981420692</c:v>
                </c:pt>
                <c:pt idx="59">
                  <c:v>-11.316354992163578</c:v>
                </c:pt>
                <c:pt idx="60">
                  <c:v>-3.2179610122839444</c:v>
                </c:pt>
                <c:pt idx="61">
                  <c:v>-8.9312144378001435</c:v>
                </c:pt>
                <c:pt idx="62">
                  <c:v>-11.027098155330187</c:v>
                </c:pt>
                <c:pt idx="63">
                  <c:v>-10.170753989620696</c:v>
                </c:pt>
                <c:pt idx="64">
                  <c:v>-6.519408283177115</c:v>
                </c:pt>
                <c:pt idx="65">
                  <c:v>-7.5034688022288263</c:v>
                </c:pt>
                <c:pt idx="66">
                  <c:v>-8.7441376710113499</c:v>
                </c:pt>
                <c:pt idx="67">
                  <c:v>-7.0797294214524813</c:v>
                </c:pt>
                <c:pt idx="68">
                  <c:v>-2.069979349258348</c:v>
                </c:pt>
                <c:pt idx="69">
                  <c:v>-3.4125265556940163</c:v>
                </c:pt>
                <c:pt idx="70">
                  <c:v>-6.4023124663755091</c:v>
                </c:pt>
                <c:pt idx="71">
                  <c:v>-6.8325073460590122</c:v>
                </c:pt>
                <c:pt idx="72">
                  <c:v>-9.42869719327296</c:v>
                </c:pt>
                <c:pt idx="73">
                  <c:v>-8.3854300550948739</c:v>
                </c:pt>
                <c:pt idx="74">
                  <c:v>-9.9657639089743917</c:v>
                </c:pt>
                <c:pt idx="75">
                  <c:v>-4.7385008514705529</c:v>
                </c:pt>
                <c:pt idx="76">
                  <c:v>-8.4785742221073175</c:v>
                </c:pt>
                <c:pt idx="77">
                  <c:v>-6.975465636192463</c:v>
                </c:pt>
                <c:pt idx="78">
                  <c:v>-10.326521540876291</c:v>
                </c:pt>
                <c:pt idx="79">
                  <c:v>-7.3484401194086511</c:v>
                </c:pt>
                <c:pt idx="80">
                  <c:v>-9.0278202444299893</c:v>
                </c:pt>
                <c:pt idx="81">
                  <c:v>-8.9735686088061453</c:v>
                </c:pt>
                <c:pt idx="82">
                  <c:v>-9.8094794902502525</c:v>
                </c:pt>
                <c:pt idx="83">
                  <c:v>-8.1727532751087804</c:v>
                </c:pt>
                <c:pt idx="84">
                  <c:v>-10.233148204951958</c:v>
                </c:pt>
                <c:pt idx="85">
                  <c:v>-0.93931524094984153</c:v>
                </c:pt>
                <c:pt idx="86">
                  <c:v>-3.6799501505430703</c:v>
                </c:pt>
                <c:pt idx="87">
                  <c:v>-11.503585205680544</c:v>
                </c:pt>
                <c:pt idx="88">
                  <c:v>-4.7661697568052608</c:v>
                </c:pt>
                <c:pt idx="89">
                  <c:v>-7.2352954024036862</c:v>
                </c:pt>
                <c:pt idx="90">
                  <c:v>-6.1756493489876032</c:v>
                </c:pt>
                <c:pt idx="91">
                  <c:v>-10.583082510397814</c:v>
                </c:pt>
                <c:pt idx="92">
                  <c:v>-9.7697080040723154</c:v>
                </c:pt>
                <c:pt idx="93">
                  <c:v>-7.3011875770183785</c:v>
                </c:pt>
                <c:pt idx="94">
                  <c:v>-8.0456063219089131</c:v>
                </c:pt>
                <c:pt idx="95">
                  <c:v>-8.9021060105361514</c:v>
                </c:pt>
                <c:pt idx="96">
                  <c:v>-0.90928492234141922</c:v>
                </c:pt>
                <c:pt idx="97">
                  <c:v>-9.9886547116082998</c:v>
                </c:pt>
                <c:pt idx="98">
                  <c:v>-9.801978470936298</c:v>
                </c:pt>
                <c:pt idx="99">
                  <c:v>-1.7040804887078591</c:v>
                </c:pt>
                <c:pt idx="100">
                  <c:v>-8.9734845407764858</c:v>
                </c:pt>
                <c:pt idx="101">
                  <c:v>-7.8454579810555956</c:v>
                </c:pt>
                <c:pt idx="102">
                  <c:v>-2.315226197415603</c:v>
                </c:pt>
                <c:pt idx="103">
                  <c:v>-10.872508549675441</c:v>
                </c:pt>
                <c:pt idx="104">
                  <c:v>-10.990880697837396</c:v>
                </c:pt>
                <c:pt idx="105">
                  <c:v>-9.5306625278905379</c:v>
                </c:pt>
                <c:pt idx="106">
                  <c:v>-2.4676365911295552</c:v>
                </c:pt>
                <c:pt idx="107">
                  <c:v>-7.9339937883942406</c:v>
                </c:pt>
                <c:pt idx="108">
                  <c:v>-5.1286813069324921</c:v>
                </c:pt>
                <c:pt idx="109">
                  <c:v>-10.021039216902997</c:v>
                </c:pt>
                <c:pt idx="110">
                  <c:v>-7.8917431510181855</c:v>
                </c:pt>
                <c:pt idx="111">
                  <c:v>-0.82314727355521944</c:v>
                </c:pt>
                <c:pt idx="112">
                  <c:v>-2.4736206498776303</c:v>
                </c:pt>
                <c:pt idx="113">
                  <c:v>-8.2745066317583298</c:v>
                </c:pt>
                <c:pt idx="114">
                  <c:v>-9.9884721272834209</c:v>
                </c:pt>
                <c:pt idx="115">
                  <c:v>-10.277470641524829</c:v>
                </c:pt>
                <c:pt idx="116">
                  <c:v>-9.7423352320106655</c:v>
                </c:pt>
                <c:pt idx="117">
                  <c:v>-9.4941072471384214</c:v>
                </c:pt>
                <c:pt idx="118">
                  <c:v>-2.7071349609026538</c:v>
                </c:pt>
                <c:pt idx="119">
                  <c:v>-5.4170121085764293</c:v>
                </c:pt>
                <c:pt idx="120">
                  <c:v>-9.3917597456149746</c:v>
                </c:pt>
                <c:pt idx="121">
                  <c:v>-10.84883292066889</c:v>
                </c:pt>
                <c:pt idx="122">
                  <c:v>-8.3674407366266781</c:v>
                </c:pt>
                <c:pt idx="123">
                  <c:v>-8.3836977419419529</c:v>
                </c:pt>
                <c:pt idx="124">
                  <c:v>-7.3854793189931689</c:v>
                </c:pt>
                <c:pt idx="125">
                  <c:v>-9.7188548151755203</c:v>
                </c:pt>
                <c:pt idx="126">
                  <c:v>-7.3338444447592002</c:v>
                </c:pt>
                <c:pt idx="127">
                  <c:v>-9.3118122169823447</c:v>
                </c:pt>
                <c:pt idx="128">
                  <c:v>-6.2668674095617902</c:v>
                </c:pt>
                <c:pt idx="129">
                  <c:v>-6.5944482609259829</c:v>
                </c:pt>
                <c:pt idx="130">
                  <c:v>-8.6289378612610488</c:v>
                </c:pt>
                <c:pt idx="131">
                  <c:v>-0.84333738499586797</c:v>
                </c:pt>
                <c:pt idx="132">
                  <c:v>-8.4526013489082459</c:v>
                </c:pt>
                <c:pt idx="133">
                  <c:v>-1.3951084381595618</c:v>
                </c:pt>
                <c:pt idx="134">
                  <c:v>-7.3425388966366443</c:v>
                </c:pt>
                <c:pt idx="135">
                  <c:v>-4.9956561464702931</c:v>
                </c:pt>
                <c:pt idx="136">
                  <c:v>-7.9033790921001055</c:v>
                </c:pt>
                <c:pt idx="137">
                  <c:v>-7.6089390883294916</c:v>
                </c:pt>
                <c:pt idx="138">
                  <c:v>-4.555489343677305</c:v>
                </c:pt>
                <c:pt idx="139">
                  <c:v>-8.1338213956153336</c:v>
                </c:pt>
                <c:pt idx="140">
                  <c:v>-7.4687321700689289</c:v>
                </c:pt>
                <c:pt idx="141">
                  <c:v>-6.6040531491949643</c:v>
                </c:pt>
                <c:pt idx="142">
                  <c:v>-2.082266300121252</c:v>
                </c:pt>
                <c:pt idx="143">
                  <c:v>-2.2476821582625552</c:v>
                </c:pt>
                <c:pt idx="144">
                  <c:v>-8.3402887017869514</c:v>
                </c:pt>
                <c:pt idx="145">
                  <c:v>-9.294811128234592</c:v>
                </c:pt>
                <c:pt idx="146">
                  <c:v>-10.521988042841475</c:v>
                </c:pt>
                <c:pt idx="147">
                  <c:v>-1.8870502386640866</c:v>
                </c:pt>
                <c:pt idx="148">
                  <c:v>-9.3525591125215435</c:v>
                </c:pt>
                <c:pt idx="149">
                  <c:v>-6.4846384073865515</c:v>
                </c:pt>
                <c:pt idx="150">
                  <c:v>-9.3146957693603216</c:v>
                </c:pt>
                <c:pt idx="151">
                  <c:v>-10.93341435832413</c:v>
                </c:pt>
                <c:pt idx="152">
                  <c:v>-8.897081956631677</c:v>
                </c:pt>
                <c:pt idx="153">
                  <c:v>-7.885319450448538</c:v>
                </c:pt>
                <c:pt idx="154">
                  <c:v>-8.8759720097873878</c:v>
                </c:pt>
                <c:pt idx="155">
                  <c:v>-10.986540431039163</c:v>
                </c:pt>
                <c:pt idx="156">
                  <c:v>-6.9051135408680251</c:v>
                </c:pt>
                <c:pt idx="157">
                  <c:v>-7.8041987911354651</c:v>
                </c:pt>
                <c:pt idx="158">
                  <c:v>-8.829068663631416</c:v>
                </c:pt>
                <c:pt idx="159">
                  <c:v>-10.499225023260587</c:v>
                </c:pt>
                <c:pt idx="160">
                  <c:v>-9.8142310748045229</c:v>
                </c:pt>
                <c:pt idx="161">
                  <c:v>-8.5427781735621977</c:v>
                </c:pt>
                <c:pt idx="162">
                  <c:v>-5.2911603320931917</c:v>
                </c:pt>
                <c:pt idx="163">
                  <c:v>-6.7257200988094032</c:v>
                </c:pt>
                <c:pt idx="164">
                  <c:v>-11.028024432662747</c:v>
                </c:pt>
                <c:pt idx="165">
                  <c:v>-9.468958635185011</c:v>
                </c:pt>
                <c:pt idx="166">
                  <c:v>-10.644885666013474</c:v>
                </c:pt>
                <c:pt idx="167">
                  <c:v>-12.98057686517245</c:v>
                </c:pt>
                <c:pt idx="168">
                  <c:v>-11.631087842375715</c:v>
                </c:pt>
                <c:pt idx="169">
                  <c:v>-9.4127583189953175</c:v>
                </c:pt>
                <c:pt idx="170">
                  <c:v>-10.218479825280717</c:v>
                </c:pt>
                <c:pt idx="171">
                  <c:v>-8.2879911379835676</c:v>
                </c:pt>
                <c:pt idx="172">
                  <c:v>-6.8256940510496982</c:v>
                </c:pt>
                <c:pt idx="173">
                  <c:v>-7.5181653953168723</c:v>
                </c:pt>
                <c:pt idx="174">
                  <c:v>-4.5574922230222965</c:v>
                </c:pt>
                <c:pt idx="175">
                  <c:v>-8.4278179225678063</c:v>
                </c:pt>
                <c:pt idx="176">
                  <c:v>-6.915777281760751</c:v>
                </c:pt>
                <c:pt idx="177">
                  <c:v>-6.1597510770118387</c:v>
                </c:pt>
                <c:pt idx="178">
                  <c:v>-8.4851680474058853</c:v>
                </c:pt>
                <c:pt idx="179">
                  <c:v>-9.8388328140261674</c:v>
                </c:pt>
                <c:pt idx="180">
                  <c:v>-1.0788465280383848</c:v>
                </c:pt>
                <c:pt idx="181">
                  <c:v>-9.437967140503325</c:v>
                </c:pt>
                <c:pt idx="182">
                  <c:v>-9.8364449321048557</c:v>
                </c:pt>
                <c:pt idx="183">
                  <c:v>-8.1639779316990939</c:v>
                </c:pt>
                <c:pt idx="184">
                  <c:v>-5.4461035044854462</c:v>
                </c:pt>
                <c:pt idx="185">
                  <c:v>-1.9992316037407998</c:v>
                </c:pt>
                <c:pt idx="186">
                  <c:v>-8.2646389251930312</c:v>
                </c:pt>
                <c:pt idx="187">
                  <c:v>-5.6576666759293941</c:v>
                </c:pt>
                <c:pt idx="188">
                  <c:v>-10.154567586063735</c:v>
                </c:pt>
                <c:pt idx="189">
                  <c:v>-8.511442386619855</c:v>
                </c:pt>
                <c:pt idx="190">
                  <c:v>-9.063496698695662</c:v>
                </c:pt>
                <c:pt idx="191">
                  <c:v>-9.8166016720738281</c:v>
                </c:pt>
                <c:pt idx="192">
                  <c:v>-1.9316321015840241</c:v>
                </c:pt>
                <c:pt idx="193">
                  <c:v>-7.2981294594829063</c:v>
                </c:pt>
                <c:pt idx="194">
                  <c:v>-5.9806060811057673</c:v>
                </c:pt>
                <c:pt idx="195">
                  <c:v>-7.4789105157914264</c:v>
                </c:pt>
                <c:pt idx="196">
                  <c:v>-2.3011167642651489</c:v>
                </c:pt>
                <c:pt idx="197">
                  <c:v>-5.7395720103146486</c:v>
                </c:pt>
                <c:pt idx="198">
                  <c:v>-6.9478712176010182</c:v>
                </c:pt>
                <c:pt idx="199">
                  <c:v>-6.5012772545020905</c:v>
                </c:pt>
                <c:pt idx="200">
                  <c:v>-12.393084779765097</c:v>
                </c:pt>
                <c:pt idx="201">
                  <c:v>-0.33875559480765211</c:v>
                </c:pt>
                <c:pt idx="202">
                  <c:v>-9.5343876494305011</c:v>
                </c:pt>
                <c:pt idx="203">
                  <c:v>-9.2272777125769103</c:v>
                </c:pt>
                <c:pt idx="204">
                  <c:v>-1.470884881560778</c:v>
                </c:pt>
                <c:pt idx="205">
                  <c:v>-6.9428865463644316</c:v>
                </c:pt>
                <c:pt idx="206">
                  <c:v>-10.360729932280901</c:v>
                </c:pt>
                <c:pt idx="207">
                  <c:v>-7.3279305083994073</c:v>
                </c:pt>
                <c:pt idx="208">
                  <c:v>-6.3756906217854823</c:v>
                </c:pt>
                <c:pt idx="209">
                  <c:v>-9.7929587013729922</c:v>
                </c:pt>
                <c:pt idx="210">
                  <c:v>-10.385410044642205</c:v>
                </c:pt>
                <c:pt idx="211">
                  <c:v>-1.8311273996867197</c:v>
                </c:pt>
                <c:pt idx="212">
                  <c:v>-5.8809592333444369</c:v>
                </c:pt>
                <c:pt idx="213">
                  <c:v>-6.9019338039102447</c:v>
                </c:pt>
                <c:pt idx="214">
                  <c:v>-5.0846280763674434</c:v>
                </c:pt>
                <c:pt idx="215">
                  <c:v>-10.437656004437663</c:v>
                </c:pt>
                <c:pt idx="216">
                  <c:v>-8.8844096331746698</c:v>
                </c:pt>
                <c:pt idx="217">
                  <c:v>-10.21398738361561</c:v>
                </c:pt>
                <c:pt idx="218">
                  <c:v>-8.401029780221446</c:v>
                </c:pt>
                <c:pt idx="219">
                  <c:v>-8.1754078735712969</c:v>
                </c:pt>
                <c:pt idx="220">
                  <c:v>-6.0246662522907641</c:v>
                </c:pt>
                <c:pt idx="221">
                  <c:v>-8.4500157095090884</c:v>
                </c:pt>
                <c:pt idx="222">
                  <c:v>-4.3576788677972216</c:v>
                </c:pt>
                <c:pt idx="223">
                  <c:v>-5.5699669748370448</c:v>
                </c:pt>
                <c:pt idx="224">
                  <c:v>-7.2043868937656956</c:v>
                </c:pt>
                <c:pt idx="225">
                  <c:v>-5.1083472185441741</c:v>
                </c:pt>
                <c:pt idx="226">
                  <c:v>-8.4330716705428177</c:v>
                </c:pt>
                <c:pt idx="227">
                  <c:v>-8.8619187139402538</c:v>
                </c:pt>
                <c:pt idx="228">
                  <c:v>-10.569667388154576</c:v>
                </c:pt>
                <c:pt idx="229">
                  <c:v>-9.8114195431433142</c:v>
                </c:pt>
                <c:pt idx="230">
                  <c:v>-0.85453078415030226</c:v>
                </c:pt>
                <c:pt idx="231">
                  <c:v>-8.5165321386172206</c:v>
                </c:pt>
                <c:pt idx="232">
                  <c:v>-2.5824952665376157</c:v>
                </c:pt>
                <c:pt idx="233">
                  <c:v>-10.892094207516307</c:v>
                </c:pt>
                <c:pt idx="234">
                  <c:v>-7.7046866211393725</c:v>
                </c:pt>
                <c:pt idx="235">
                  <c:v>-5.5621250739686907</c:v>
                </c:pt>
                <c:pt idx="236">
                  <c:v>-5.4988164347508883</c:v>
                </c:pt>
                <c:pt idx="237">
                  <c:v>-9.1961117872405627</c:v>
                </c:pt>
                <c:pt idx="238">
                  <c:v>-6.0191296981834608</c:v>
                </c:pt>
                <c:pt idx="239">
                  <c:v>-7.4755341071725292</c:v>
                </c:pt>
                <c:pt idx="240">
                  <c:v>-8.9793219380830038</c:v>
                </c:pt>
                <c:pt idx="241">
                  <c:v>-3.2117280293818586</c:v>
                </c:pt>
                <c:pt idx="242">
                  <c:v>-7.1342235637033866</c:v>
                </c:pt>
                <c:pt idx="243">
                  <c:v>-10.818107379781463</c:v>
                </c:pt>
                <c:pt idx="244">
                  <c:v>-8.7350995121817938</c:v>
                </c:pt>
                <c:pt idx="245">
                  <c:v>-4.1423800177910772</c:v>
                </c:pt>
                <c:pt idx="246">
                  <c:v>-7.6809050713364995</c:v>
                </c:pt>
                <c:pt idx="247">
                  <c:v>-9.8666597080020377</c:v>
                </c:pt>
                <c:pt idx="248">
                  <c:v>-8.4220335131388229</c:v>
                </c:pt>
                <c:pt idx="249">
                  <c:v>-9.2815226213939788</c:v>
                </c:pt>
                <c:pt idx="250">
                  <c:v>-3.820449490548123</c:v>
                </c:pt>
                <c:pt idx="251">
                  <c:v>-3.5210735416481587</c:v>
                </c:pt>
                <c:pt idx="252">
                  <c:v>-9.5478865740155694</c:v>
                </c:pt>
                <c:pt idx="253">
                  <c:v>-11.187515439338634</c:v>
                </c:pt>
                <c:pt idx="254">
                  <c:v>-12.052744132537125</c:v>
                </c:pt>
                <c:pt idx="255">
                  <c:v>-8.7889823013849711</c:v>
                </c:pt>
                <c:pt idx="256">
                  <c:v>-8.9771499806948754</c:v>
                </c:pt>
                <c:pt idx="257">
                  <c:v>-8.7174026681283827</c:v>
                </c:pt>
                <c:pt idx="258">
                  <c:v>-3.4008775150133546</c:v>
                </c:pt>
                <c:pt idx="259">
                  <c:v>-6.2105556804796809</c:v>
                </c:pt>
                <c:pt idx="260">
                  <c:v>-9.5735885985066638</c:v>
                </c:pt>
                <c:pt idx="261">
                  <c:v>-8.0107073661541914</c:v>
                </c:pt>
                <c:pt idx="262">
                  <c:v>-6.959539843515846</c:v>
                </c:pt>
                <c:pt idx="263">
                  <c:v>-7.8156336908491664</c:v>
                </c:pt>
                <c:pt idx="264">
                  <c:v>-8.5284387204445959</c:v>
                </c:pt>
                <c:pt idx="265">
                  <c:v>-7.1263447739137948</c:v>
                </c:pt>
                <c:pt idx="266">
                  <c:v>-3.6254677630264118</c:v>
                </c:pt>
                <c:pt idx="267">
                  <c:v>-7.4908521502428149</c:v>
                </c:pt>
                <c:pt idx="268">
                  <c:v>-2.5898097550660459</c:v>
                </c:pt>
                <c:pt idx="269">
                  <c:v>-11.359018478542749</c:v>
                </c:pt>
                <c:pt idx="270">
                  <c:v>-6.2733668228581694</c:v>
                </c:pt>
                <c:pt idx="271">
                  <c:v>-1.2375007276249277</c:v>
                </c:pt>
                <c:pt idx="272">
                  <c:v>-9.216523021863102</c:v>
                </c:pt>
                <c:pt idx="273">
                  <c:v>-8.2479553330397319</c:v>
                </c:pt>
                <c:pt idx="274">
                  <c:v>-10.19343955541043</c:v>
                </c:pt>
                <c:pt idx="275">
                  <c:v>-6.4515767141169018</c:v>
                </c:pt>
                <c:pt idx="276">
                  <c:v>-9.539929992917779</c:v>
                </c:pt>
                <c:pt idx="277">
                  <c:v>-7.7816343395670469</c:v>
                </c:pt>
                <c:pt idx="278">
                  <c:v>-10.337098879873936</c:v>
                </c:pt>
                <c:pt idx="279">
                  <c:v>-3.8210581379157778</c:v>
                </c:pt>
                <c:pt idx="280">
                  <c:v>-7.9646826549193648</c:v>
                </c:pt>
                <c:pt idx="281">
                  <c:v>-8.782785035784956</c:v>
                </c:pt>
                <c:pt idx="282">
                  <c:v>-9.1996616777379092</c:v>
                </c:pt>
                <c:pt idx="283">
                  <c:v>-10.732946004938077</c:v>
                </c:pt>
                <c:pt idx="284">
                  <c:v>-8.4291306311689542</c:v>
                </c:pt>
                <c:pt idx="285">
                  <c:v>-4.796374374837967</c:v>
                </c:pt>
                <c:pt idx="286">
                  <c:v>-6.3334469889845799</c:v>
                </c:pt>
                <c:pt idx="287">
                  <c:v>-7.6146452313171293</c:v>
                </c:pt>
                <c:pt idx="288">
                  <c:v>-0.85194113474271638</c:v>
                </c:pt>
                <c:pt idx="289">
                  <c:v>-6.4500569343941843</c:v>
                </c:pt>
                <c:pt idx="290">
                  <c:v>-1.4820154428899888</c:v>
                </c:pt>
                <c:pt idx="291">
                  <c:v>-9.1645938411488057</c:v>
                </c:pt>
                <c:pt idx="292">
                  <c:v>-1.3581023254946352</c:v>
                </c:pt>
                <c:pt idx="293">
                  <c:v>-7.4986706423818017</c:v>
                </c:pt>
                <c:pt idx="294">
                  <c:v>-10.46273637616232</c:v>
                </c:pt>
                <c:pt idx="295">
                  <c:v>-9.4662798996574509</c:v>
                </c:pt>
                <c:pt idx="296">
                  <c:v>-7.7974076837372239</c:v>
                </c:pt>
                <c:pt idx="297">
                  <c:v>-6.1113088975051468</c:v>
                </c:pt>
                <c:pt idx="298">
                  <c:v>-9.7085983398656737</c:v>
                </c:pt>
                <c:pt idx="299">
                  <c:v>-6.2765227539052129</c:v>
                </c:pt>
                <c:pt idx="300">
                  <c:v>-6.0237184175932068</c:v>
                </c:pt>
                <c:pt idx="301">
                  <c:v>-9.9887089671274332</c:v>
                </c:pt>
                <c:pt idx="302">
                  <c:v>-6.5911619021989649</c:v>
                </c:pt>
                <c:pt idx="303">
                  <c:v>-1.7185966160360622</c:v>
                </c:pt>
                <c:pt idx="304">
                  <c:v>-9.4928420472232347</c:v>
                </c:pt>
                <c:pt idx="305">
                  <c:v>-2.5637848738620579</c:v>
                </c:pt>
                <c:pt idx="306">
                  <c:v>-7.8440179629597342</c:v>
                </c:pt>
                <c:pt idx="307">
                  <c:v>-6.725140745978476</c:v>
                </c:pt>
                <c:pt idx="308">
                  <c:v>-9.0664064912363553</c:v>
                </c:pt>
                <c:pt idx="309">
                  <c:v>-4.2091258417996738</c:v>
                </c:pt>
                <c:pt idx="310">
                  <c:v>-8.0878214925250873</c:v>
                </c:pt>
                <c:pt idx="311">
                  <c:v>-4.8033292445685651</c:v>
                </c:pt>
                <c:pt idx="312">
                  <c:v>-7.8627141402532681</c:v>
                </c:pt>
                <c:pt idx="313">
                  <c:v>-10.123913253287068</c:v>
                </c:pt>
                <c:pt idx="314">
                  <c:v>-9.3278485135614755</c:v>
                </c:pt>
                <c:pt idx="315">
                  <c:v>-10.355333832896983</c:v>
                </c:pt>
                <c:pt idx="316">
                  <c:v>-5.1964158617356233</c:v>
                </c:pt>
                <c:pt idx="317">
                  <c:v>-0.50981176104597414</c:v>
                </c:pt>
                <c:pt idx="318">
                  <c:v>-8.605526915063999</c:v>
                </c:pt>
                <c:pt idx="319">
                  <c:v>-3.7242549792988617</c:v>
                </c:pt>
                <c:pt idx="320">
                  <c:v>-1.4509416387574932</c:v>
                </c:pt>
                <c:pt idx="321">
                  <c:v>-4.8289702986895247</c:v>
                </c:pt>
                <c:pt idx="322">
                  <c:v>-8.1519160766768373</c:v>
                </c:pt>
                <c:pt idx="323">
                  <c:v>-9.0559195840174169</c:v>
                </c:pt>
                <c:pt idx="324">
                  <c:v>-2.7295099007108901</c:v>
                </c:pt>
                <c:pt idx="325">
                  <c:v>-8.1677610489916948</c:v>
                </c:pt>
                <c:pt idx="326">
                  <c:v>-7.8914696457715809</c:v>
                </c:pt>
                <c:pt idx="327">
                  <c:v>-5.8505292232709456</c:v>
                </c:pt>
                <c:pt idx="328">
                  <c:v>-8.3406187025151848</c:v>
                </c:pt>
                <c:pt idx="329">
                  <c:v>-5.8190020351985368</c:v>
                </c:pt>
                <c:pt idx="330">
                  <c:v>-8.640992034311811</c:v>
                </c:pt>
                <c:pt idx="331">
                  <c:v>-11.011016627556449</c:v>
                </c:pt>
                <c:pt idx="332">
                  <c:v>-0.81573051425799203</c:v>
                </c:pt>
                <c:pt idx="333">
                  <c:v>-10.466537416445588</c:v>
                </c:pt>
                <c:pt idx="334">
                  <c:v>-8.4743343819584247</c:v>
                </c:pt>
                <c:pt idx="335">
                  <c:v>-1.0729445359844356</c:v>
                </c:pt>
                <c:pt idx="336">
                  <c:v>-8.2459290782405912</c:v>
                </c:pt>
                <c:pt idx="337">
                  <c:v>-10.242195730682315</c:v>
                </c:pt>
                <c:pt idx="338">
                  <c:v>-8.0951768720715247</c:v>
                </c:pt>
                <c:pt idx="339">
                  <c:v>-5.7984104886333752</c:v>
                </c:pt>
                <c:pt idx="340">
                  <c:v>-5.4994093167074043</c:v>
                </c:pt>
                <c:pt idx="341">
                  <c:v>-4.8008637588195464</c:v>
                </c:pt>
                <c:pt idx="342">
                  <c:v>-11.40123875632435</c:v>
                </c:pt>
                <c:pt idx="343">
                  <c:v>-6.8751854798315266</c:v>
                </c:pt>
                <c:pt idx="344">
                  <c:v>-6.435668538739197</c:v>
                </c:pt>
                <c:pt idx="345">
                  <c:v>-4.9256518621724803</c:v>
                </c:pt>
                <c:pt idx="346">
                  <c:v>-7.1038452381709796</c:v>
                </c:pt>
                <c:pt idx="347">
                  <c:v>-8.7329043952372984</c:v>
                </c:pt>
                <c:pt idx="348">
                  <c:v>-9.2179247740775967</c:v>
                </c:pt>
                <c:pt idx="349">
                  <c:v>-8.8746464359998232</c:v>
                </c:pt>
                <c:pt idx="350">
                  <c:v>-12.38326696513834</c:v>
                </c:pt>
                <c:pt idx="351">
                  <c:v>-5.3382472610840939</c:v>
                </c:pt>
                <c:pt idx="352">
                  <c:v>-10.652481446050592</c:v>
                </c:pt>
                <c:pt idx="353">
                  <c:v>-3.2601548666172238</c:v>
                </c:pt>
                <c:pt idx="354">
                  <c:v>-8.3722293183408514</c:v>
                </c:pt>
                <c:pt idx="355">
                  <c:v>-10.927285453783778</c:v>
                </c:pt>
                <c:pt idx="356">
                  <c:v>-2.1399461578300683</c:v>
                </c:pt>
                <c:pt idx="357">
                  <c:v>-9.1687083899413278</c:v>
                </c:pt>
                <c:pt idx="358">
                  <c:v>-0.73313498960566648</c:v>
                </c:pt>
                <c:pt idx="359">
                  <c:v>-10.733541609753786</c:v>
                </c:pt>
                <c:pt idx="360">
                  <c:v>-9.083543831794044</c:v>
                </c:pt>
                <c:pt idx="361">
                  <c:v>-8.003426460531621</c:v>
                </c:pt>
                <c:pt idx="362">
                  <c:v>-5.261321013570603</c:v>
                </c:pt>
                <c:pt idx="363">
                  <c:v>-8.1926850119741488</c:v>
                </c:pt>
                <c:pt idx="364">
                  <c:v>-2.7382478814575681</c:v>
                </c:pt>
                <c:pt idx="365">
                  <c:v>-3.0826264040974882</c:v>
                </c:pt>
                <c:pt idx="366">
                  <c:v>-5.4014243524140495</c:v>
                </c:pt>
                <c:pt idx="367">
                  <c:v>-7.7832212581853417</c:v>
                </c:pt>
                <c:pt idx="368">
                  <c:v>-9.4012823900620628</c:v>
                </c:pt>
                <c:pt idx="369">
                  <c:v>-8.0514975983447918</c:v>
                </c:pt>
                <c:pt idx="370">
                  <c:v>-3.6306166710015546</c:v>
                </c:pt>
                <c:pt idx="371">
                  <c:v>-7.9466761545272266</c:v>
                </c:pt>
                <c:pt idx="372">
                  <c:v>-7.8314587212829911</c:v>
                </c:pt>
                <c:pt idx="373">
                  <c:v>-9.3332755851625411</c:v>
                </c:pt>
                <c:pt idx="374">
                  <c:v>-12.921599061322832</c:v>
                </c:pt>
                <c:pt idx="375">
                  <c:v>-4.3544592662553621</c:v>
                </c:pt>
                <c:pt idx="376">
                  <c:v>-10.157975973803055</c:v>
                </c:pt>
                <c:pt idx="377">
                  <c:v>-7.4833484995185344</c:v>
                </c:pt>
                <c:pt idx="378">
                  <c:v>-9.9890895486963736</c:v>
                </c:pt>
                <c:pt idx="379">
                  <c:v>-10.418466805131603</c:v>
                </c:pt>
                <c:pt idx="380">
                  <c:v>-8.4514090960236246</c:v>
                </c:pt>
                <c:pt idx="381">
                  <c:v>-10.484241049276696</c:v>
                </c:pt>
                <c:pt idx="382">
                  <c:v>-8.1959968618159493</c:v>
                </c:pt>
                <c:pt idx="383">
                  <c:v>-6.3772710438739013</c:v>
                </c:pt>
                <c:pt idx="384">
                  <c:v>-9.3443494981158555</c:v>
                </c:pt>
                <c:pt idx="385">
                  <c:v>-11.187085191803892</c:v>
                </c:pt>
                <c:pt idx="386">
                  <c:v>-9.0445846746893146</c:v>
                </c:pt>
                <c:pt idx="387">
                  <c:v>-5.6862600745065768</c:v>
                </c:pt>
                <c:pt idx="388">
                  <c:v>-6.1039226455054036</c:v>
                </c:pt>
                <c:pt idx="389">
                  <c:v>-9.5103698115815938</c:v>
                </c:pt>
                <c:pt idx="390">
                  <c:v>-9.0543230331636977</c:v>
                </c:pt>
                <c:pt idx="391">
                  <c:v>-8.149092495531459</c:v>
                </c:pt>
                <c:pt idx="392">
                  <c:v>-8.0612647727380402</c:v>
                </c:pt>
                <c:pt idx="393">
                  <c:v>-5.7637635381699921</c:v>
                </c:pt>
                <c:pt idx="394">
                  <c:v>-0.50285617304774144</c:v>
                </c:pt>
                <c:pt idx="395">
                  <c:v>-1.2583680238721648</c:v>
                </c:pt>
                <c:pt idx="396">
                  <c:v>-6.7164331102302022</c:v>
                </c:pt>
                <c:pt idx="397">
                  <c:v>-11.035562531410486</c:v>
                </c:pt>
                <c:pt idx="398">
                  <c:v>-5.0971656292737837</c:v>
                </c:pt>
                <c:pt idx="399">
                  <c:v>-3.6448861262411252</c:v>
                </c:pt>
                <c:pt idx="400">
                  <c:v>-11.787530462483373</c:v>
                </c:pt>
                <c:pt idx="401">
                  <c:v>-9.0603026515915985</c:v>
                </c:pt>
                <c:pt idx="402">
                  <c:v>-11.105353516079589</c:v>
                </c:pt>
                <c:pt idx="403">
                  <c:v>-6.695460209665467</c:v>
                </c:pt>
                <c:pt idx="404">
                  <c:v>-9.9972888753073512</c:v>
                </c:pt>
                <c:pt idx="405">
                  <c:v>-7.8248652952797357</c:v>
                </c:pt>
                <c:pt idx="406">
                  <c:v>-4.4909742176907592</c:v>
                </c:pt>
                <c:pt idx="407">
                  <c:v>-7.7022810533125909</c:v>
                </c:pt>
                <c:pt idx="408">
                  <c:v>-0.472661483525878</c:v>
                </c:pt>
                <c:pt idx="409">
                  <c:v>-9.7077266702550311</c:v>
                </c:pt>
                <c:pt idx="410">
                  <c:v>-0.53847568198555773</c:v>
                </c:pt>
                <c:pt idx="411">
                  <c:v>-4.5954164854381325</c:v>
                </c:pt>
                <c:pt idx="412">
                  <c:v>-9.9207219718538493</c:v>
                </c:pt>
                <c:pt idx="413">
                  <c:v>-7.4389902432117587</c:v>
                </c:pt>
                <c:pt idx="414">
                  <c:v>-9.4041118308934397</c:v>
                </c:pt>
                <c:pt idx="415">
                  <c:v>-9.8641878595080872</c:v>
                </c:pt>
                <c:pt idx="416">
                  <c:v>-6.339050720268455</c:v>
                </c:pt>
                <c:pt idx="417">
                  <c:v>-9.6912237052392847</c:v>
                </c:pt>
                <c:pt idx="418">
                  <c:v>-6.3291673104343023</c:v>
                </c:pt>
                <c:pt idx="419">
                  <c:v>-6.5486645726600745</c:v>
                </c:pt>
                <c:pt idx="420">
                  <c:v>-8.0536239232963656</c:v>
                </c:pt>
                <c:pt idx="421">
                  <c:v>-10.145520114149384</c:v>
                </c:pt>
                <c:pt idx="422">
                  <c:v>-5.8676416529544957</c:v>
                </c:pt>
                <c:pt idx="423">
                  <c:v>-5.7468088738906191</c:v>
                </c:pt>
                <c:pt idx="424">
                  <c:v>-7.6227857256783214</c:v>
                </c:pt>
                <c:pt idx="425">
                  <c:v>-8.2626239191380755</c:v>
                </c:pt>
                <c:pt idx="426">
                  <c:v>-7.0881072121339228</c:v>
                </c:pt>
                <c:pt idx="427">
                  <c:v>-11.195628443888145</c:v>
                </c:pt>
                <c:pt idx="428">
                  <c:v>-9.7866742917438003</c:v>
                </c:pt>
                <c:pt idx="429">
                  <c:v>-8.0091262588847236</c:v>
                </c:pt>
                <c:pt idx="430">
                  <c:v>-9.2320039081242768</c:v>
                </c:pt>
                <c:pt idx="431">
                  <c:v>-6.0404527690254133</c:v>
                </c:pt>
                <c:pt idx="432">
                  <c:v>-7.1484710881835474</c:v>
                </c:pt>
                <c:pt idx="433">
                  <c:v>-3.7240670585637425</c:v>
                </c:pt>
                <c:pt idx="434">
                  <c:v>-9.388976686444428</c:v>
                </c:pt>
                <c:pt idx="435">
                  <c:v>-7.7056477033574771</c:v>
                </c:pt>
                <c:pt idx="436">
                  <c:v>-6.8744064936428328</c:v>
                </c:pt>
                <c:pt idx="437">
                  <c:v>-7.579167357911774</c:v>
                </c:pt>
                <c:pt idx="438">
                  <c:v>-9.3303330097225174</c:v>
                </c:pt>
                <c:pt idx="439">
                  <c:v>-9.6431733386745275</c:v>
                </c:pt>
                <c:pt idx="440">
                  <c:v>-12.23200053680149</c:v>
                </c:pt>
                <c:pt idx="441">
                  <c:v>-9.8933751587241119</c:v>
                </c:pt>
                <c:pt idx="442">
                  <c:v>-11.242567469311712</c:v>
                </c:pt>
                <c:pt idx="443">
                  <c:v>-7.148645807513736</c:v>
                </c:pt>
                <c:pt idx="444">
                  <c:v>-5.8238952967373496</c:v>
                </c:pt>
                <c:pt idx="445">
                  <c:v>-6.537460524699366</c:v>
                </c:pt>
                <c:pt idx="446">
                  <c:v>-3.5222683255684175</c:v>
                </c:pt>
                <c:pt idx="447">
                  <c:v>-8.7292956127332069</c:v>
                </c:pt>
                <c:pt idx="448">
                  <c:v>-9.9758549026171881</c:v>
                </c:pt>
                <c:pt idx="449">
                  <c:v>-6.751143269769055</c:v>
                </c:pt>
                <c:pt idx="450">
                  <c:v>-10.04332068868356</c:v>
                </c:pt>
                <c:pt idx="451">
                  <c:v>-6.6920994763889539</c:v>
                </c:pt>
                <c:pt idx="452">
                  <c:v>-8.3822639895063418</c:v>
                </c:pt>
                <c:pt idx="453">
                  <c:v>-10.456160314845341</c:v>
                </c:pt>
                <c:pt idx="454">
                  <c:v>-8.353770849016616</c:v>
                </c:pt>
                <c:pt idx="455">
                  <c:v>-8.7656758912608144</c:v>
                </c:pt>
                <c:pt idx="456">
                  <c:v>-9.1623489158228768</c:v>
                </c:pt>
                <c:pt idx="457">
                  <c:v>-8.2890035594901121</c:v>
                </c:pt>
                <c:pt idx="458">
                  <c:v>-7.8129977896413205</c:v>
                </c:pt>
                <c:pt idx="459">
                  <c:v>-6.6282228091653721</c:v>
                </c:pt>
                <c:pt idx="460">
                  <c:v>-9.7071727838377075</c:v>
                </c:pt>
                <c:pt idx="461">
                  <c:v>-6.7357542507226214</c:v>
                </c:pt>
                <c:pt idx="462">
                  <c:v>-5.1157131534397386</c:v>
                </c:pt>
                <c:pt idx="463">
                  <c:v>-7.2627068099906475</c:v>
                </c:pt>
                <c:pt idx="464">
                  <c:v>-1.5523802761689196</c:v>
                </c:pt>
                <c:pt idx="465">
                  <c:v>-9.2022796504057229</c:v>
                </c:pt>
                <c:pt idx="466">
                  <c:v>-5.2402352739021802</c:v>
                </c:pt>
                <c:pt idx="467">
                  <c:v>-11.993596413601875</c:v>
                </c:pt>
                <c:pt idx="468">
                  <c:v>-4.6277171021685373</c:v>
                </c:pt>
                <c:pt idx="469">
                  <c:v>-1.2899366621466624</c:v>
                </c:pt>
                <c:pt idx="470">
                  <c:v>-10.284610404089991</c:v>
                </c:pt>
                <c:pt idx="471">
                  <c:v>-8.9649710786486398</c:v>
                </c:pt>
                <c:pt idx="472">
                  <c:v>-7.3373649530199421</c:v>
                </c:pt>
                <c:pt idx="473">
                  <c:v>-7.9673461967550825</c:v>
                </c:pt>
                <c:pt idx="474">
                  <c:v>-8.9389028658640175</c:v>
                </c:pt>
                <c:pt idx="475">
                  <c:v>-8.9520669981781111</c:v>
                </c:pt>
                <c:pt idx="476">
                  <c:v>-6.2871603897587365</c:v>
                </c:pt>
                <c:pt idx="477">
                  <c:v>-4.0004767659686227</c:v>
                </c:pt>
                <c:pt idx="478">
                  <c:v>-9.0360116341922989</c:v>
                </c:pt>
                <c:pt idx="479">
                  <c:v>-10.44176024671485</c:v>
                </c:pt>
                <c:pt idx="480">
                  <c:v>-7.3164656532235668</c:v>
                </c:pt>
                <c:pt idx="481">
                  <c:v>-9.8621724552452239</c:v>
                </c:pt>
              </c:numCache>
            </c:numRef>
          </c:xVal>
          <c:yVal>
            <c:numRef>
              <c:f>Sheet1!$D$2:$D$483</c:f>
              <c:numCache>
                <c:formatCode>General</c:formatCode>
                <c:ptCount val="482"/>
                <c:pt idx="0">
                  <c:v>-2.8306420482363692</c:v>
                </c:pt>
                <c:pt idx="1">
                  <c:v>1.0411057589699568</c:v>
                </c:pt>
                <c:pt idx="2">
                  <c:v>5.4045694581791937</c:v>
                </c:pt>
                <c:pt idx="3">
                  <c:v>-3.4460364929914564</c:v>
                </c:pt>
                <c:pt idx="4">
                  <c:v>-0.57746464760641958</c:v>
                </c:pt>
                <c:pt idx="5">
                  <c:v>4.1150078860413108</c:v>
                </c:pt>
                <c:pt idx="6">
                  <c:v>-1.7470759209002278</c:v>
                </c:pt>
                <c:pt idx="7">
                  <c:v>-4.7649667312354031E-2</c:v>
                </c:pt>
                <c:pt idx="8">
                  <c:v>-6.0420114132771104E-2</c:v>
                </c:pt>
                <c:pt idx="9">
                  <c:v>4.2277546428068993</c:v>
                </c:pt>
                <c:pt idx="10">
                  <c:v>-0.19170556940010289</c:v>
                </c:pt>
                <c:pt idx="11">
                  <c:v>3.1296491682025209</c:v>
                </c:pt>
                <c:pt idx="12">
                  <c:v>-8.2662192818310682</c:v>
                </c:pt>
                <c:pt idx="13">
                  <c:v>-4.7055689923906154</c:v>
                </c:pt>
                <c:pt idx="14">
                  <c:v>-5.5000147967341979</c:v>
                </c:pt>
                <c:pt idx="15">
                  <c:v>-6.6874128953946128</c:v>
                </c:pt>
                <c:pt idx="16">
                  <c:v>-2.4552015118382782</c:v>
                </c:pt>
                <c:pt idx="17">
                  <c:v>1.0898127488939084</c:v>
                </c:pt>
                <c:pt idx="18">
                  <c:v>4.8646701060130964</c:v>
                </c:pt>
                <c:pt idx="19">
                  <c:v>1.4171919269713169</c:v>
                </c:pt>
                <c:pt idx="20">
                  <c:v>-1.7004407758863531</c:v>
                </c:pt>
                <c:pt idx="21">
                  <c:v>-6.809435902440665</c:v>
                </c:pt>
                <c:pt idx="22">
                  <c:v>3.7763244767763644</c:v>
                </c:pt>
                <c:pt idx="23">
                  <c:v>-1.5119927951892445</c:v>
                </c:pt>
                <c:pt idx="24">
                  <c:v>8.4362549400782463</c:v>
                </c:pt>
                <c:pt idx="25">
                  <c:v>-3.0007460618263759</c:v>
                </c:pt>
                <c:pt idx="26">
                  <c:v>-3.8220490971670396</c:v>
                </c:pt>
                <c:pt idx="27">
                  <c:v>7.4942519242945158</c:v>
                </c:pt>
                <c:pt idx="28">
                  <c:v>-5.2876945708480818</c:v>
                </c:pt>
                <c:pt idx="29">
                  <c:v>5.4861292032683435</c:v>
                </c:pt>
                <c:pt idx="30">
                  <c:v>-0.81378525746507879</c:v>
                </c:pt>
                <c:pt idx="31">
                  <c:v>1.1081058249473861</c:v>
                </c:pt>
                <c:pt idx="32">
                  <c:v>-5.0571377973051934</c:v>
                </c:pt>
                <c:pt idx="33">
                  <c:v>1.7691564549364707</c:v>
                </c:pt>
                <c:pt idx="34">
                  <c:v>-3.1499693603591647</c:v>
                </c:pt>
                <c:pt idx="35">
                  <c:v>4.2116179304474546</c:v>
                </c:pt>
                <c:pt idx="36">
                  <c:v>5.0967496298732167</c:v>
                </c:pt>
                <c:pt idx="37">
                  <c:v>-4.1876077919602475</c:v>
                </c:pt>
                <c:pt idx="38">
                  <c:v>4.8716144598483204</c:v>
                </c:pt>
                <c:pt idx="39">
                  <c:v>2.7025379910445051</c:v>
                </c:pt>
                <c:pt idx="40">
                  <c:v>1.3499551763504072</c:v>
                </c:pt>
                <c:pt idx="41">
                  <c:v>-4.7828745793999135</c:v>
                </c:pt>
                <c:pt idx="42">
                  <c:v>-3.3541608323050442</c:v>
                </c:pt>
                <c:pt idx="43">
                  <c:v>-2.774379823117477</c:v>
                </c:pt>
                <c:pt idx="44">
                  <c:v>1.2917681393642424</c:v>
                </c:pt>
                <c:pt idx="45">
                  <c:v>5.9385639766782079</c:v>
                </c:pt>
                <c:pt idx="46">
                  <c:v>6.2804725033031179</c:v>
                </c:pt>
                <c:pt idx="47">
                  <c:v>3.7789796846279895</c:v>
                </c:pt>
                <c:pt idx="48">
                  <c:v>-1.4597088956572668</c:v>
                </c:pt>
                <c:pt idx="49">
                  <c:v>0.6615789349617196</c:v>
                </c:pt>
                <c:pt idx="50">
                  <c:v>-4.1675918760946074</c:v>
                </c:pt>
                <c:pt idx="51">
                  <c:v>-2.773574351276793</c:v>
                </c:pt>
                <c:pt idx="52">
                  <c:v>-0.73743500817997709</c:v>
                </c:pt>
                <c:pt idx="53">
                  <c:v>5.1628497698692408</c:v>
                </c:pt>
                <c:pt idx="54">
                  <c:v>3.9699856768862349</c:v>
                </c:pt>
                <c:pt idx="55">
                  <c:v>-1.2388757115197995</c:v>
                </c:pt>
                <c:pt idx="56">
                  <c:v>-1.8215292637312159</c:v>
                </c:pt>
                <c:pt idx="57">
                  <c:v>2.8732739411607482</c:v>
                </c:pt>
                <c:pt idx="58">
                  <c:v>-0.19096562501880995</c:v>
                </c:pt>
                <c:pt idx="59">
                  <c:v>-1.3204804894329856</c:v>
                </c:pt>
                <c:pt idx="60">
                  <c:v>2.6912119122360183</c:v>
                </c:pt>
                <c:pt idx="61">
                  <c:v>-1.7868590580401584</c:v>
                </c:pt>
                <c:pt idx="62">
                  <c:v>0.11765841663122742</c:v>
                </c:pt>
                <c:pt idx="63">
                  <c:v>-3.5921451983661408</c:v>
                </c:pt>
                <c:pt idx="64">
                  <c:v>0.53125334907423405</c:v>
                </c:pt>
                <c:pt idx="65">
                  <c:v>-2.8195874886612229</c:v>
                </c:pt>
                <c:pt idx="66">
                  <c:v>-0.75545086122954885</c:v>
                </c:pt>
                <c:pt idx="67">
                  <c:v>3.7369005799096153</c:v>
                </c:pt>
                <c:pt idx="68">
                  <c:v>1.5504273641072539</c:v>
                </c:pt>
                <c:pt idx="69">
                  <c:v>0.87877967267188317</c:v>
                </c:pt>
                <c:pt idx="70">
                  <c:v>4.8967439084285251</c:v>
                </c:pt>
                <c:pt idx="71">
                  <c:v>5.6489585560243807</c:v>
                </c:pt>
                <c:pt idx="72">
                  <c:v>0.86687786611341222</c:v>
                </c:pt>
                <c:pt idx="73">
                  <c:v>-8.5460518250876376</c:v>
                </c:pt>
                <c:pt idx="74">
                  <c:v>-4.5233358944419129</c:v>
                </c:pt>
                <c:pt idx="75">
                  <c:v>-1.2135318421961341</c:v>
                </c:pt>
                <c:pt idx="76">
                  <c:v>-0.16730669296448311</c:v>
                </c:pt>
                <c:pt idx="77">
                  <c:v>-3.3721236381431536</c:v>
                </c:pt>
                <c:pt idx="78">
                  <c:v>-1.2649970873456171</c:v>
                </c:pt>
                <c:pt idx="79">
                  <c:v>-4.9670442112105162</c:v>
                </c:pt>
                <c:pt idx="80">
                  <c:v>2.1044191676549677</c:v>
                </c:pt>
                <c:pt idx="81">
                  <c:v>1.9429670121520979</c:v>
                </c:pt>
                <c:pt idx="82">
                  <c:v>2.741300301384197</c:v>
                </c:pt>
                <c:pt idx="83">
                  <c:v>-5.6862715142646811</c:v>
                </c:pt>
                <c:pt idx="84">
                  <c:v>4.7898390257580985</c:v>
                </c:pt>
                <c:pt idx="85">
                  <c:v>2.7776003032260359</c:v>
                </c:pt>
                <c:pt idx="86">
                  <c:v>7.1528128701006901</c:v>
                </c:pt>
                <c:pt idx="87">
                  <c:v>-3.2724230655681366</c:v>
                </c:pt>
                <c:pt idx="88">
                  <c:v>6.8932532884803051</c:v>
                </c:pt>
                <c:pt idx="89">
                  <c:v>2.4270516454687319</c:v>
                </c:pt>
                <c:pt idx="90">
                  <c:v>3.368717981490474</c:v>
                </c:pt>
                <c:pt idx="91">
                  <c:v>1.1671881859910429</c:v>
                </c:pt>
                <c:pt idx="92">
                  <c:v>0.26536202290908917</c:v>
                </c:pt>
                <c:pt idx="93">
                  <c:v>0.24200255394035458</c:v>
                </c:pt>
                <c:pt idx="94">
                  <c:v>-4.9675270203588182</c:v>
                </c:pt>
                <c:pt idx="95">
                  <c:v>3.0831366226609247</c:v>
                </c:pt>
                <c:pt idx="96">
                  <c:v>2.2345391657354465</c:v>
                </c:pt>
                <c:pt idx="97">
                  <c:v>-6.3605267862794808</c:v>
                </c:pt>
                <c:pt idx="98">
                  <c:v>1.1547045971682128</c:v>
                </c:pt>
                <c:pt idx="99">
                  <c:v>4.2930695622731418</c:v>
                </c:pt>
                <c:pt idx="100">
                  <c:v>-1.2151261931365538</c:v>
                </c:pt>
                <c:pt idx="101">
                  <c:v>-3.8588121447406043</c:v>
                </c:pt>
                <c:pt idx="102">
                  <c:v>5.9940988009396738</c:v>
                </c:pt>
                <c:pt idx="103">
                  <c:v>-3.0037447825937744</c:v>
                </c:pt>
                <c:pt idx="104">
                  <c:v>2.2898696015553673E-2</c:v>
                </c:pt>
                <c:pt idx="105">
                  <c:v>-8.3946279177637155</c:v>
                </c:pt>
                <c:pt idx="106">
                  <c:v>10.577915436424135</c:v>
                </c:pt>
                <c:pt idx="107">
                  <c:v>6.1194377587616966</c:v>
                </c:pt>
                <c:pt idx="108">
                  <c:v>-3.8165690226167097</c:v>
                </c:pt>
                <c:pt idx="109">
                  <c:v>-0.94783587790720691</c:v>
                </c:pt>
                <c:pt idx="110">
                  <c:v>1.2337342438302357</c:v>
                </c:pt>
                <c:pt idx="111">
                  <c:v>9.3974357419488435</c:v>
                </c:pt>
                <c:pt idx="112">
                  <c:v>-2.0233196050296733</c:v>
                </c:pt>
                <c:pt idx="113">
                  <c:v>0.59196637612068703</c:v>
                </c:pt>
                <c:pt idx="114">
                  <c:v>2.1055176524793855</c:v>
                </c:pt>
                <c:pt idx="115">
                  <c:v>0.47784047051336026</c:v>
                </c:pt>
                <c:pt idx="116">
                  <c:v>-1.2984442461249774</c:v>
                </c:pt>
                <c:pt idx="117">
                  <c:v>-6.6309093935141092</c:v>
                </c:pt>
                <c:pt idx="118">
                  <c:v>1.8792696246472946</c:v>
                </c:pt>
                <c:pt idx="119">
                  <c:v>5.0091450757672238</c:v>
                </c:pt>
                <c:pt idx="120">
                  <c:v>1.2933715097595202</c:v>
                </c:pt>
                <c:pt idx="121">
                  <c:v>1.0236592263137845</c:v>
                </c:pt>
                <c:pt idx="122">
                  <c:v>-6.1359548268362802</c:v>
                </c:pt>
                <c:pt idx="123">
                  <c:v>-7.5547461268332281</c:v>
                </c:pt>
                <c:pt idx="124">
                  <c:v>-1.2448016795346049</c:v>
                </c:pt>
                <c:pt idx="125">
                  <c:v>-8.5700110454769707</c:v>
                </c:pt>
                <c:pt idx="126">
                  <c:v>1.6105654792165539E-2</c:v>
                </c:pt>
                <c:pt idx="127">
                  <c:v>-7.8768038742737305</c:v>
                </c:pt>
                <c:pt idx="128">
                  <c:v>5.4542804492940293</c:v>
                </c:pt>
                <c:pt idx="129">
                  <c:v>1.4380237661129287</c:v>
                </c:pt>
                <c:pt idx="130">
                  <c:v>-7.6039168533357904E-2</c:v>
                </c:pt>
                <c:pt idx="131">
                  <c:v>6.1745507644812054</c:v>
                </c:pt>
                <c:pt idx="132">
                  <c:v>-5.233848901497665</c:v>
                </c:pt>
                <c:pt idx="133">
                  <c:v>3.0539885835720124</c:v>
                </c:pt>
                <c:pt idx="134">
                  <c:v>2.9171539743869235</c:v>
                </c:pt>
                <c:pt idx="135">
                  <c:v>2.1815950895124669</c:v>
                </c:pt>
                <c:pt idx="136">
                  <c:v>2.0127139751761667</c:v>
                </c:pt>
                <c:pt idx="137">
                  <c:v>-3.109859743353816</c:v>
                </c:pt>
                <c:pt idx="138">
                  <c:v>5.5481760443835757</c:v>
                </c:pt>
                <c:pt idx="139">
                  <c:v>0.22700507011425955</c:v>
                </c:pt>
                <c:pt idx="140">
                  <c:v>-4.1957589882261912</c:v>
                </c:pt>
                <c:pt idx="141">
                  <c:v>3.2338190022523858</c:v>
                </c:pt>
                <c:pt idx="142">
                  <c:v>8.8128156405923317</c:v>
                </c:pt>
                <c:pt idx="143">
                  <c:v>5.8274916603454372</c:v>
                </c:pt>
                <c:pt idx="144">
                  <c:v>-6.8624111308126157</c:v>
                </c:pt>
                <c:pt idx="145">
                  <c:v>-0.23973612895984006</c:v>
                </c:pt>
                <c:pt idx="146">
                  <c:v>-7.5504731842683501</c:v>
                </c:pt>
                <c:pt idx="147">
                  <c:v>6.61308705575824</c:v>
                </c:pt>
                <c:pt idx="148">
                  <c:v>-6.323464392516696</c:v>
                </c:pt>
                <c:pt idx="149">
                  <c:v>2.3225795073321205</c:v>
                </c:pt>
                <c:pt idx="150">
                  <c:v>1.4559298215787544</c:v>
                </c:pt>
                <c:pt idx="151">
                  <c:v>1.2621405002373851</c:v>
                </c:pt>
                <c:pt idx="152">
                  <c:v>0.89737277852585173</c:v>
                </c:pt>
                <c:pt idx="153">
                  <c:v>2.0939131337292261</c:v>
                </c:pt>
                <c:pt idx="154">
                  <c:v>-3.8366595521700826</c:v>
                </c:pt>
                <c:pt idx="155">
                  <c:v>3.7367372720505228</c:v>
                </c:pt>
                <c:pt idx="156">
                  <c:v>-0.12614841755730463</c:v>
                </c:pt>
                <c:pt idx="157">
                  <c:v>1.5127588559560643</c:v>
                </c:pt>
                <c:pt idx="158">
                  <c:v>0.79394457295402321</c:v>
                </c:pt>
                <c:pt idx="159">
                  <c:v>1.2293310097226593</c:v>
                </c:pt>
                <c:pt idx="160">
                  <c:v>-5.7155416044614782</c:v>
                </c:pt>
                <c:pt idx="161">
                  <c:v>-6.6025857741692056</c:v>
                </c:pt>
                <c:pt idx="162">
                  <c:v>5.4469160575936622</c:v>
                </c:pt>
                <c:pt idx="163">
                  <c:v>-1.2018148318393544</c:v>
                </c:pt>
                <c:pt idx="164">
                  <c:v>-1.874421897728346</c:v>
                </c:pt>
                <c:pt idx="165">
                  <c:v>-6.0042746708549899</c:v>
                </c:pt>
                <c:pt idx="166">
                  <c:v>5.7566592527364051</c:v>
                </c:pt>
                <c:pt idx="167">
                  <c:v>-0.22962273457535889</c:v>
                </c:pt>
                <c:pt idx="168">
                  <c:v>2.3154549406822373</c:v>
                </c:pt>
                <c:pt idx="169">
                  <c:v>-4.3492812098675682</c:v>
                </c:pt>
                <c:pt idx="170">
                  <c:v>-4.4521180601766464</c:v>
                </c:pt>
                <c:pt idx="171">
                  <c:v>3.6933807390975919</c:v>
                </c:pt>
                <c:pt idx="172">
                  <c:v>-2.4487274730381379</c:v>
                </c:pt>
                <c:pt idx="173">
                  <c:v>-2.9147880523025305</c:v>
                </c:pt>
                <c:pt idx="174">
                  <c:v>8.2684505390431031</c:v>
                </c:pt>
                <c:pt idx="175">
                  <c:v>-2.0832020276600338</c:v>
                </c:pt>
                <c:pt idx="176">
                  <c:v>-3.7723187969206844</c:v>
                </c:pt>
                <c:pt idx="177">
                  <c:v>1.9480887782358287</c:v>
                </c:pt>
                <c:pt idx="178">
                  <c:v>-6.0993801959579859</c:v>
                </c:pt>
                <c:pt idx="179">
                  <c:v>-6.6680770180412221</c:v>
                </c:pt>
                <c:pt idx="180">
                  <c:v>1.6039769734299918</c:v>
                </c:pt>
                <c:pt idx="181">
                  <c:v>4.8814756134390134</c:v>
                </c:pt>
                <c:pt idx="182">
                  <c:v>-0.2666460066374946</c:v>
                </c:pt>
                <c:pt idx="183">
                  <c:v>-3.6396378818039463</c:v>
                </c:pt>
                <c:pt idx="184">
                  <c:v>5.4635411778290131</c:v>
                </c:pt>
                <c:pt idx="185">
                  <c:v>-0.7293348845662605</c:v>
                </c:pt>
                <c:pt idx="186">
                  <c:v>-4.2685007477894708</c:v>
                </c:pt>
                <c:pt idx="187">
                  <c:v>2.337587606213825</c:v>
                </c:pt>
                <c:pt idx="188">
                  <c:v>-4.1896317847929474</c:v>
                </c:pt>
                <c:pt idx="189">
                  <c:v>-4.6463105804982723</c:v>
                </c:pt>
                <c:pt idx="190">
                  <c:v>-1.4091313199529421</c:v>
                </c:pt>
                <c:pt idx="191">
                  <c:v>0.4773762072421297</c:v>
                </c:pt>
                <c:pt idx="192">
                  <c:v>-5.7259168136440932</c:v>
                </c:pt>
                <c:pt idx="193">
                  <c:v>-0.51245965044328012</c:v>
                </c:pt>
                <c:pt idx="194">
                  <c:v>6.989305058121861</c:v>
                </c:pt>
                <c:pt idx="195">
                  <c:v>-0.28357247297196253</c:v>
                </c:pt>
                <c:pt idx="196">
                  <c:v>6.9280787984054966</c:v>
                </c:pt>
                <c:pt idx="197">
                  <c:v>4.2652195579776739</c:v>
                </c:pt>
                <c:pt idx="198">
                  <c:v>3.6064051375663859</c:v>
                </c:pt>
                <c:pt idx="199">
                  <c:v>-1.3599766164458897</c:v>
                </c:pt>
                <c:pt idx="200">
                  <c:v>2.8045484531098017</c:v>
                </c:pt>
                <c:pt idx="201">
                  <c:v>6.3108468395913482</c:v>
                </c:pt>
                <c:pt idx="202">
                  <c:v>-7.5903908557485229</c:v>
                </c:pt>
                <c:pt idx="203">
                  <c:v>-6.9203589188380237</c:v>
                </c:pt>
                <c:pt idx="204">
                  <c:v>3.9892222817390062</c:v>
                </c:pt>
                <c:pt idx="205">
                  <c:v>-7.0186927609137477</c:v>
                </c:pt>
                <c:pt idx="206">
                  <c:v>-8.3168192523497151</c:v>
                </c:pt>
                <c:pt idx="207">
                  <c:v>4.8946575866986359</c:v>
                </c:pt>
                <c:pt idx="208">
                  <c:v>2.7745538550161144</c:v>
                </c:pt>
                <c:pt idx="209">
                  <c:v>-2.1753934186607031</c:v>
                </c:pt>
                <c:pt idx="210">
                  <c:v>2.2656005732406008</c:v>
                </c:pt>
                <c:pt idx="211">
                  <c:v>4.2162041726330877</c:v>
                </c:pt>
                <c:pt idx="212">
                  <c:v>7.3132879595387523</c:v>
                </c:pt>
                <c:pt idx="213">
                  <c:v>1.1538426525323113</c:v>
                </c:pt>
                <c:pt idx="214">
                  <c:v>3.4428045918843417</c:v>
                </c:pt>
                <c:pt idx="215">
                  <c:v>-2.4883260363694335</c:v>
                </c:pt>
                <c:pt idx="216">
                  <c:v>-3.1806677672435755</c:v>
                </c:pt>
                <c:pt idx="217">
                  <c:v>-5.9451699113777865</c:v>
                </c:pt>
                <c:pt idx="218">
                  <c:v>-6.8218225080076964</c:v>
                </c:pt>
                <c:pt idx="219">
                  <c:v>-0.31020774271526103</c:v>
                </c:pt>
                <c:pt idx="220">
                  <c:v>2.0484268610251792</c:v>
                </c:pt>
                <c:pt idx="221">
                  <c:v>-1.248789118471864</c:v>
                </c:pt>
                <c:pt idx="222">
                  <c:v>6.6971018762918026</c:v>
                </c:pt>
                <c:pt idx="223">
                  <c:v>2.9694294846616844</c:v>
                </c:pt>
                <c:pt idx="224">
                  <c:v>0.66716212849733603</c:v>
                </c:pt>
                <c:pt idx="225">
                  <c:v>-0.40811487609396935</c:v>
                </c:pt>
                <c:pt idx="226">
                  <c:v>3.2422000493607217</c:v>
                </c:pt>
                <c:pt idx="227">
                  <c:v>-6.2833161607650583</c:v>
                </c:pt>
                <c:pt idx="228">
                  <c:v>1.3599206307131499</c:v>
                </c:pt>
                <c:pt idx="229">
                  <c:v>0.58166934488454547</c:v>
                </c:pt>
                <c:pt idx="230">
                  <c:v>7.962264825101216</c:v>
                </c:pt>
                <c:pt idx="231">
                  <c:v>0.91872227885973456</c:v>
                </c:pt>
                <c:pt idx="232">
                  <c:v>2.3679487866236206</c:v>
                </c:pt>
                <c:pt idx="233">
                  <c:v>-1.7914472838925657</c:v>
                </c:pt>
                <c:pt idx="234">
                  <c:v>-1.8418872794650916</c:v>
                </c:pt>
                <c:pt idx="235">
                  <c:v>-0.1040560751406043</c:v>
                </c:pt>
                <c:pt idx="236">
                  <c:v>1.2552449342962673</c:v>
                </c:pt>
                <c:pt idx="237">
                  <c:v>1.0571736296632361</c:v>
                </c:pt>
                <c:pt idx="238">
                  <c:v>1.857503910224688</c:v>
                </c:pt>
                <c:pt idx="239">
                  <c:v>2.8098149844683107</c:v>
                </c:pt>
                <c:pt idx="240">
                  <c:v>-1.8969313592472854</c:v>
                </c:pt>
                <c:pt idx="241">
                  <c:v>1.3353639494537957</c:v>
                </c:pt>
                <c:pt idx="242">
                  <c:v>-3.0010669051009313</c:v>
                </c:pt>
                <c:pt idx="243">
                  <c:v>0.74906756062754809</c:v>
                </c:pt>
                <c:pt idx="244">
                  <c:v>4.8403086529818777</c:v>
                </c:pt>
                <c:pt idx="245">
                  <c:v>7.1721698485238887</c:v>
                </c:pt>
                <c:pt idx="246">
                  <c:v>3.6134828866460245</c:v>
                </c:pt>
                <c:pt idx="247">
                  <c:v>5.069097405209356</c:v>
                </c:pt>
                <c:pt idx="248">
                  <c:v>-0.11397931099137551</c:v>
                </c:pt>
                <c:pt idx="249">
                  <c:v>5.2610361206841274</c:v>
                </c:pt>
                <c:pt idx="250">
                  <c:v>1.5609558088909092</c:v>
                </c:pt>
                <c:pt idx="251">
                  <c:v>4.1737883333932837</c:v>
                </c:pt>
                <c:pt idx="252">
                  <c:v>-0.76628332312934178</c:v>
                </c:pt>
                <c:pt idx="253">
                  <c:v>-6.1869674436450843</c:v>
                </c:pt>
                <c:pt idx="254">
                  <c:v>1.9620345472032241</c:v>
                </c:pt>
                <c:pt idx="255">
                  <c:v>0.93404248732325623</c:v>
                </c:pt>
                <c:pt idx="256">
                  <c:v>2.2644773443596375</c:v>
                </c:pt>
                <c:pt idx="257">
                  <c:v>2.6451567122924327</c:v>
                </c:pt>
                <c:pt idx="258">
                  <c:v>-1.9125746781210271</c:v>
                </c:pt>
                <c:pt idx="259">
                  <c:v>7.4988856576468962E-2</c:v>
                </c:pt>
                <c:pt idx="260">
                  <c:v>-0.3682555007347918</c:v>
                </c:pt>
                <c:pt idx="261">
                  <c:v>1.2323531595595343</c:v>
                </c:pt>
                <c:pt idx="262">
                  <c:v>-5.8810532999796505</c:v>
                </c:pt>
                <c:pt idx="263">
                  <c:v>-7.9928555119694042</c:v>
                </c:pt>
                <c:pt idx="264">
                  <c:v>1.9273791484634495</c:v>
                </c:pt>
                <c:pt idx="265">
                  <c:v>-6.4500636611018471</c:v>
                </c:pt>
                <c:pt idx="266">
                  <c:v>4.5603440365609655</c:v>
                </c:pt>
                <c:pt idx="267">
                  <c:v>3.7799839152640327</c:v>
                </c:pt>
                <c:pt idx="268">
                  <c:v>8.3081053875218576</c:v>
                </c:pt>
                <c:pt idx="269">
                  <c:v>1.1435970644949676</c:v>
                </c:pt>
                <c:pt idx="270">
                  <c:v>-0.40150114068255255</c:v>
                </c:pt>
                <c:pt idx="271">
                  <c:v>3.1744597947233362</c:v>
                </c:pt>
                <c:pt idx="272">
                  <c:v>0.82138134990979317</c:v>
                </c:pt>
                <c:pt idx="273">
                  <c:v>-2.6038039055163749</c:v>
                </c:pt>
                <c:pt idx="274">
                  <c:v>7.3887916302051915</c:v>
                </c:pt>
                <c:pt idx="275">
                  <c:v>3.6396182507344172</c:v>
                </c:pt>
                <c:pt idx="276">
                  <c:v>-2.4093326723639472</c:v>
                </c:pt>
                <c:pt idx="277">
                  <c:v>-2.9517389189267109</c:v>
                </c:pt>
                <c:pt idx="278">
                  <c:v>-1.343180140918615</c:v>
                </c:pt>
                <c:pt idx="279">
                  <c:v>5.5617577856320883</c:v>
                </c:pt>
                <c:pt idx="280">
                  <c:v>-2.7228421932744717E-2</c:v>
                </c:pt>
                <c:pt idx="281">
                  <c:v>-5.9393359076511656</c:v>
                </c:pt>
                <c:pt idx="282">
                  <c:v>0.74699572579750317</c:v>
                </c:pt>
                <c:pt idx="283">
                  <c:v>-5.0026536495413758</c:v>
                </c:pt>
                <c:pt idx="284">
                  <c:v>-1.2271990695492878</c:v>
                </c:pt>
                <c:pt idx="285">
                  <c:v>4.3498637399137241</c:v>
                </c:pt>
                <c:pt idx="286">
                  <c:v>-7.4598798818160477</c:v>
                </c:pt>
                <c:pt idx="287">
                  <c:v>-1.5802183357876063</c:v>
                </c:pt>
                <c:pt idx="288">
                  <c:v>5.8762944195752338</c:v>
                </c:pt>
                <c:pt idx="289">
                  <c:v>-2.5834969102423848</c:v>
                </c:pt>
                <c:pt idx="290">
                  <c:v>6.5068198189273678</c:v>
                </c:pt>
                <c:pt idx="291">
                  <c:v>-5.8241352676025651</c:v>
                </c:pt>
                <c:pt idx="292">
                  <c:v>8.2337741610742956</c:v>
                </c:pt>
                <c:pt idx="293">
                  <c:v>4.370479868633387</c:v>
                </c:pt>
                <c:pt idx="294">
                  <c:v>-0.59872435123502588</c:v>
                </c:pt>
                <c:pt idx="295">
                  <c:v>-3.2772277243619699</c:v>
                </c:pt>
                <c:pt idx="296">
                  <c:v>1.0669910448391131</c:v>
                </c:pt>
                <c:pt idx="297">
                  <c:v>1.9428954187453924</c:v>
                </c:pt>
                <c:pt idx="298">
                  <c:v>0.52007336041497454</c:v>
                </c:pt>
                <c:pt idx="299">
                  <c:v>3.3125997317553901</c:v>
                </c:pt>
                <c:pt idx="300">
                  <c:v>-2.303190201972368</c:v>
                </c:pt>
                <c:pt idx="301">
                  <c:v>6.3342216666863599E-2</c:v>
                </c:pt>
                <c:pt idx="302">
                  <c:v>-0.75620028994700472</c:v>
                </c:pt>
                <c:pt idx="303">
                  <c:v>7.3545502166523686</c:v>
                </c:pt>
                <c:pt idx="304">
                  <c:v>3.658248288377937</c:v>
                </c:pt>
                <c:pt idx="305">
                  <c:v>4.8664061110724486</c:v>
                </c:pt>
                <c:pt idx="306">
                  <c:v>4.1611429683108563</c:v>
                </c:pt>
                <c:pt idx="307">
                  <c:v>9.3328941608892126</c:v>
                </c:pt>
                <c:pt idx="308">
                  <c:v>0.77769452823496288</c:v>
                </c:pt>
                <c:pt idx="309">
                  <c:v>10.723654427971697</c:v>
                </c:pt>
                <c:pt idx="310">
                  <c:v>-5.8220544805823122</c:v>
                </c:pt>
                <c:pt idx="311">
                  <c:v>4.6493781267688217</c:v>
                </c:pt>
                <c:pt idx="312">
                  <c:v>2.9238189074362011</c:v>
                </c:pt>
                <c:pt idx="313">
                  <c:v>3.7089855522020292</c:v>
                </c:pt>
                <c:pt idx="314">
                  <c:v>0.60048694397214297</c:v>
                </c:pt>
                <c:pt idx="315">
                  <c:v>1.4837454610201255</c:v>
                </c:pt>
                <c:pt idx="316">
                  <c:v>4.5173030813941919</c:v>
                </c:pt>
                <c:pt idx="317">
                  <c:v>5.9373491287669307</c:v>
                </c:pt>
                <c:pt idx="318">
                  <c:v>-1.3387670804877072</c:v>
                </c:pt>
                <c:pt idx="319">
                  <c:v>-7.1882650509442136</c:v>
                </c:pt>
                <c:pt idx="320">
                  <c:v>4.9848190051742272</c:v>
                </c:pt>
                <c:pt idx="321">
                  <c:v>6.5000140324116806</c:v>
                </c:pt>
                <c:pt idx="322">
                  <c:v>-1.0772066195646957</c:v>
                </c:pt>
                <c:pt idx="323">
                  <c:v>-2.1857792753513978</c:v>
                </c:pt>
                <c:pt idx="324">
                  <c:v>1.6469566837381298</c:v>
                </c:pt>
                <c:pt idx="325">
                  <c:v>-4.0577430248027904</c:v>
                </c:pt>
                <c:pt idx="326">
                  <c:v>0.89045747774663075</c:v>
                </c:pt>
                <c:pt idx="327">
                  <c:v>-4.7392048589874358</c:v>
                </c:pt>
                <c:pt idx="328">
                  <c:v>1.6449634012034711</c:v>
                </c:pt>
                <c:pt idx="329">
                  <c:v>1.1352739221503136</c:v>
                </c:pt>
                <c:pt idx="330">
                  <c:v>-0.95340114404456222</c:v>
                </c:pt>
                <c:pt idx="331">
                  <c:v>-1.2362665947765037</c:v>
                </c:pt>
                <c:pt idx="332">
                  <c:v>-4.1644171481018786</c:v>
                </c:pt>
                <c:pt idx="333">
                  <c:v>2.2971772752159922</c:v>
                </c:pt>
                <c:pt idx="334">
                  <c:v>-4.7319282332202066</c:v>
                </c:pt>
                <c:pt idx="335">
                  <c:v>2.6376028277880872</c:v>
                </c:pt>
                <c:pt idx="336">
                  <c:v>-6.6366904368945745</c:v>
                </c:pt>
                <c:pt idx="337">
                  <c:v>-6.802864711364907</c:v>
                </c:pt>
                <c:pt idx="338">
                  <c:v>-0.17496605466857981</c:v>
                </c:pt>
                <c:pt idx="339">
                  <c:v>6.0253906259053736</c:v>
                </c:pt>
                <c:pt idx="340">
                  <c:v>-2.6498495299412257</c:v>
                </c:pt>
                <c:pt idx="341">
                  <c:v>5.1097362175315633</c:v>
                </c:pt>
                <c:pt idx="342">
                  <c:v>5.2571554911294927</c:v>
                </c:pt>
                <c:pt idx="343">
                  <c:v>6.2530986017552115</c:v>
                </c:pt>
                <c:pt idx="344">
                  <c:v>1.5360479744601681</c:v>
                </c:pt>
                <c:pt idx="345">
                  <c:v>5.6114866268073049</c:v>
                </c:pt>
                <c:pt idx="346">
                  <c:v>-9.4536820835327953E-2</c:v>
                </c:pt>
                <c:pt idx="347">
                  <c:v>-1.6461791335110079</c:v>
                </c:pt>
                <c:pt idx="348">
                  <c:v>0.70555361645477088</c:v>
                </c:pt>
                <c:pt idx="349">
                  <c:v>-1.0679948396075696</c:v>
                </c:pt>
                <c:pt idx="350">
                  <c:v>0.72477032953084319</c:v>
                </c:pt>
                <c:pt idx="351">
                  <c:v>-2.3695609479769266</c:v>
                </c:pt>
                <c:pt idx="352">
                  <c:v>-0.40833549644217743</c:v>
                </c:pt>
                <c:pt idx="353">
                  <c:v>7.7647703477930277</c:v>
                </c:pt>
                <c:pt idx="354">
                  <c:v>-0.56444430606732665</c:v>
                </c:pt>
                <c:pt idx="355">
                  <c:v>-2.3699542339937647</c:v>
                </c:pt>
                <c:pt idx="356">
                  <c:v>3.0301814842237906</c:v>
                </c:pt>
                <c:pt idx="357">
                  <c:v>-3.6565788681315778</c:v>
                </c:pt>
                <c:pt idx="358">
                  <c:v>-3.0878076215643948</c:v>
                </c:pt>
                <c:pt idx="359">
                  <c:v>1.8043176135346279</c:v>
                </c:pt>
                <c:pt idx="360">
                  <c:v>-5.3762935211474954</c:v>
                </c:pt>
                <c:pt idx="361">
                  <c:v>0.86543802336618258</c:v>
                </c:pt>
                <c:pt idx="362">
                  <c:v>-3.4410825181121458</c:v>
                </c:pt>
                <c:pt idx="363">
                  <c:v>-0.9882932752431941</c:v>
                </c:pt>
                <c:pt idx="364">
                  <c:v>7.0149462170183821</c:v>
                </c:pt>
                <c:pt idx="365">
                  <c:v>6.6799156502395398</c:v>
                </c:pt>
                <c:pt idx="366">
                  <c:v>-1.1330749741053434</c:v>
                </c:pt>
                <c:pt idx="367">
                  <c:v>1.9677067782279998</c:v>
                </c:pt>
                <c:pt idx="368">
                  <c:v>-6.8758199895716974</c:v>
                </c:pt>
                <c:pt idx="369">
                  <c:v>-7.7782216309339072</c:v>
                </c:pt>
                <c:pt idx="370">
                  <c:v>3.4215077183960401</c:v>
                </c:pt>
                <c:pt idx="371">
                  <c:v>-1.5290536592145674</c:v>
                </c:pt>
                <c:pt idx="372">
                  <c:v>-2.3178563257621918</c:v>
                </c:pt>
                <c:pt idx="373">
                  <c:v>0.54274957059024942</c:v>
                </c:pt>
                <c:pt idx="374">
                  <c:v>0.85142648514559605</c:v>
                </c:pt>
                <c:pt idx="375">
                  <c:v>8.820221403023714</c:v>
                </c:pt>
                <c:pt idx="376">
                  <c:v>3.9360861314650992</c:v>
                </c:pt>
                <c:pt idx="377">
                  <c:v>1.3436853001244948</c:v>
                </c:pt>
                <c:pt idx="378">
                  <c:v>-1.5702881045701433</c:v>
                </c:pt>
                <c:pt idx="379">
                  <c:v>4.462774715060684</c:v>
                </c:pt>
                <c:pt idx="380">
                  <c:v>-1.3932423104985454</c:v>
                </c:pt>
                <c:pt idx="381">
                  <c:v>-3.3604493966602136</c:v>
                </c:pt>
                <c:pt idx="382">
                  <c:v>-3.2069546890489184</c:v>
                </c:pt>
                <c:pt idx="383">
                  <c:v>-6.2732588486477203</c:v>
                </c:pt>
                <c:pt idx="384">
                  <c:v>-3.1454446709329513</c:v>
                </c:pt>
                <c:pt idx="385">
                  <c:v>-2.1801337722036438</c:v>
                </c:pt>
                <c:pt idx="386">
                  <c:v>-5.9035497799679337</c:v>
                </c:pt>
                <c:pt idx="387">
                  <c:v>7.2606496495204214</c:v>
                </c:pt>
                <c:pt idx="388">
                  <c:v>5.0236477022749311</c:v>
                </c:pt>
                <c:pt idx="389">
                  <c:v>-4.3211871004125824</c:v>
                </c:pt>
                <c:pt idx="390">
                  <c:v>0.72147511686759969</c:v>
                </c:pt>
                <c:pt idx="391">
                  <c:v>-2.7969032810421548</c:v>
                </c:pt>
                <c:pt idx="392">
                  <c:v>-8.8197521462467119</c:v>
                </c:pt>
                <c:pt idx="393">
                  <c:v>0.64522262159500321</c:v>
                </c:pt>
                <c:pt idx="394">
                  <c:v>6.5370847417766864</c:v>
                </c:pt>
                <c:pt idx="395">
                  <c:v>-5.1487181874530314</c:v>
                </c:pt>
                <c:pt idx="396">
                  <c:v>3.6891497244714988</c:v>
                </c:pt>
                <c:pt idx="397">
                  <c:v>-0.3159617465264658</c:v>
                </c:pt>
                <c:pt idx="398">
                  <c:v>4.7465888974040764</c:v>
                </c:pt>
                <c:pt idx="399">
                  <c:v>6.113961276755937</c:v>
                </c:pt>
                <c:pt idx="400">
                  <c:v>0.11829634198580416</c:v>
                </c:pt>
                <c:pt idx="401">
                  <c:v>-3.7421514044302215</c:v>
                </c:pt>
                <c:pt idx="402">
                  <c:v>-5.2960687862068108</c:v>
                </c:pt>
                <c:pt idx="403">
                  <c:v>6.9676451717681562</c:v>
                </c:pt>
                <c:pt idx="404">
                  <c:v>1.2434876230017915</c:v>
                </c:pt>
                <c:pt idx="405">
                  <c:v>2.7547367394896352</c:v>
                </c:pt>
                <c:pt idx="406">
                  <c:v>3.9139037975366717</c:v>
                </c:pt>
                <c:pt idx="407">
                  <c:v>5.5441422003105121</c:v>
                </c:pt>
                <c:pt idx="408">
                  <c:v>6.9085628448688867</c:v>
                </c:pt>
                <c:pt idx="409">
                  <c:v>2.3091739407133067</c:v>
                </c:pt>
                <c:pt idx="410">
                  <c:v>3.2911215548010877</c:v>
                </c:pt>
                <c:pt idx="411">
                  <c:v>5.2098841625253831</c:v>
                </c:pt>
                <c:pt idx="412">
                  <c:v>-0.35003711726518266</c:v>
                </c:pt>
                <c:pt idx="413">
                  <c:v>0.20625297815869428</c:v>
                </c:pt>
                <c:pt idx="414">
                  <c:v>-6.1643311298693488</c:v>
                </c:pt>
                <c:pt idx="415">
                  <c:v>-2.6086194410904162</c:v>
                </c:pt>
                <c:pt idx="416">
                  <c:v>6.1433206742760138</c:v>
                </c:pt>
                <c:pt idx="417">
                  <c:v>0.79115777707439616</c:v>
                </c:pt>
                <c:pt idx="418">
                  <c:v>5.198520605510744</c:v>
                </c:pt>
                <c:pt idx="419">
                  <c:v>-0.36983240609522938</c:v>
                </c:pt>
                <c:pt idx="420">
                  <c:v>7.8015337861050985E-2</c:v>
                </c:pt>
                <c:pt idx="421">
                  <c:v>-0.18831893739612718</c:v>
                </c:pt>
                <c:pt idx="422">
                  <c:v>-0.67761771260816761</c:v>
                </c:pt>
                <c:pt idx="423">
                  <c:v>4.3554651691376209</c:v>
                </c:pt>
                <c:pt idx="424">
                  <c:v>-5.6842421768226421</c:v>
                </c:pt>
                <c:pt idx="425">
                  <c:v>2.1860267197591647</c:v>
                </c:pt>
                <c:pt idx="426">
                  <c:v>3.1528757475418163</c:v>
                </c:pt>
                <c:pt idx="427">
                  <c:v>0.9785062401143072</c:v>
                </c:pt>
                <c:pt idx="428">
                  <c:v>-7.0516018509746319</c:v>
                </c:pt>
                <c:pt idx="429">
                  <c:v>-2.4697047861345838</c:v>
                </c:pt>
                <c:pt idx="430">
                  <c:v>1.1540397260391762</c:v>
                </c:pt>
                <c:pt idx="431">
                  <c:v>1.4465302670944162</c:v>
                </c:pt>
                <c:pt idx="432">
                  <c:v>5.3934961284376319</c:v>
                </c:pt>
                <c:pt idx="433">
                  <c:v>3.2886655533582245</c:v>
                </c:pt>
                <c:pt idx="434">
                  <c:v>4.4428330752787168</c:v>
                </c:pt>
                <c:pt idx="435">
                  <c:v>-1.2139346298204352</c:v>
                </c:pt>
                <c:pt idx="436">
                  <c:v>5.4926799033731077</c:v>
                </c:pt>
                <c:pt idx="437">
                  <c:v>-2.6159186264592744</c:v>
                </c:pt>
                <c:pt idx="438">
                  <c:v>-2.420299946068746</c:v>
                </c:pt>
                <c:pt idx="439">
                  <c:v>0.28082135216741533</c:v>
                </c:pt>
                <c:pt idx="440">
                  <c:v>5.6301904517302562E-2</c:v>
                </c:pt>
                <c:pt idx="441">
                  <c:v>-2.4787674045077366</c:v>
                </c:pt>
                <c:pt idx="442">
                  <c:v>-0.2533386901847261</c:v>
                </c:pt>
                <c:pt idx="443">
                  <c:v>-1.571829019888892</c:v>
                </c:pt>
                <c:pt idx="444">
                  <c:v>4.6599715016093439</c:v>
                </c:pt>
                <c:pt idx="445">
                  <c:v>-5.7640068923367274</c:v>
                </c:pt>
                <c:pt idx="446">
                  <c:v>6.9603248971767311</c:v>
                </c:pt>
                <c:pt idx="447">
                  <c:v>-0.59387910741109196</c:v>
                </c:pt>
                <c:pt idx="448">
                  <c:v>-3.6913882480286078</c:v>
                </c:pt>
                <c:pt idx="449">
                  <c:v>2.8685577000579432</c:v>
                </c:pt>
                <c:pt idx="450">
                  <c:v>-7.786806016527728</c:v>
                </c:pt>
                <c:pt idx="451">
                  <c:v>-1.8517420171430075</c:v>
                </c:pt>
                <c:pt idx="452">
                  <c:v>-5.4349476256558251</c:v>
                </c:pt>
                <c:pt idx="453">
                  <c:v>-5.6990531487942651</c:v>
                </c:pt>
                <c:pt idx="454">
                  <c:v>1.2836241607347774</c:v>
                </c:pt>
                <c:pt idx="455">
                  <c:v>3.575475020592787</c:v>
                </c:pt>
                <c:pt idx="456">
                  <c:v>2.5281183914363812</c:v>
                </c:pt>
                <c:pt idx="457">
                  <c:v>0.29629304967222669</c:v>
                </c:pt>
                <c:pt idx="458">
                  <c:v>4.8206339871569588</c:v>
                </c:pt>
                <c:pt idx="459">
                  <c:v>6.501545760349531</c:v>
                </c:pt>
                <c:pt idx="460">
                  <c:v>-1.2143283550924953</c:v>
                </c:pt>
                <c:pt idx="461">
                  <c:v>-2.8558048485100147</c:v>
                </c:pt>
                <c:pt idx="462">
                  <c:v>0.90141430644435139</c:v>
                </c:pt>
                <c:pt idx="463">
                  <c:v>-0.23855669666162757</c:v>
                </c:pt>
                <c:pt idx="464">
                  <c:v>4.5838077990537611</c:v>
                </c:pt>
                <c:pt idx="465">
                  <c:v>-1.1867646190499428</c:v>
                </c:pt>
                <c:pt idx="466">
                  <c:v>2.9801045642035353</c:v>
                </c:pt>
                <c:pt idx="467">
                  <c:v>1.8830882980994113</c:v>
                </c:pt>
                <c:pt idx="468">
                  <c:v>4.8347892830275319</c:v>
                </c:pt>
                <c:pt idx="469">
                  <c:v>2.7745828910442349</c:v>
                </c:pt>
                <c:pt idx="470">
                  <c:v>0.41661756574361647</c:v>
                </c:pt>
                <c:pt idx="471">
                  <c:v>2.9444334308465394</c:v>
                </c:pt>
                <c:pt idx="472">
                  <c:v>-1.5386974946072058</c:v>
                </c:pt>
                <c:pt idx="473">
                  <c:v>1.6762006119739259</c:v>
                </c:pt>
                <c:pt idx="474">
                  <c:v>0.20550930337092044</c:v>
                </c:pt>
                <c:pt idx="475">
                  <c:v>-0.62687762659911406</c:v>
                </c:pt>
                <c:pt idx="476">
                  <c:v>-7.5959189391941768</c:v>
                </c:pt>
                <c:pt idx="477">
                  <c:v>0.9911443358571882</c:v>
                </c:pt>
                <c:pt idx="478">
                  <c:v>-4.6598219152900313</c:v>
                </c:pt>
                <c:pt idx="479">
                  <c:v>-4.1834772945696335</c:v>
                </c:pt>
                <c:pt idx="480">
                  <c:v>-1.1281646298611925</c:v>
                </c:pt>
                <c:pt idx="481">
                  <c:v>0.86492289043851156</c:v>
                </c:pt>
              </c:numCache>
            </c:numRef>
          </c:yVal>
          <c:smooth val="0"/>
          <c:extLs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Sources : conclusion de l'étape 4, Markdown sur les groupes K-Means, résultats ARI, énoncé et AGENTS.md. Critères observables couverts : features enregistrées et réutilisées, plusieurs méthodes de clustering, jeux forts/faibles séparés, comparaison CNN sur un test commun, métriques et sélection sur validation. Cela ne constitue pas une définition de réussite clinique. Aucun seuil métier n'est fixé dans les sources. Limites : test fort 20, validation forte 16, labels faibles issus de groupes arbitraires, ARI proche de zéro. Recommandation technique limitée à l'interprétation des résultats présents : vérifier la correspondance des groupes avant de présenter les labels faibles comme normal/cancer. La fiche d'auto-évaluation guide l'organisation, elle ne permet pas de déclarer tous les critères validés. Les quatre diapositives financières demandées pour plus tard ne figurent pas dans cette version.</a:t>
            </a:r>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Scénario de l'utilisateur : environ 30 heures de travail pour le prototypage. Hypothèse explicite : la VM est allumée pendant ces 30 heures, même lors des phases de rédaction ou d'analyse. Les heures AWS sont des heures de VM allumée, pas des heures de CPU à pleine charge. Les essais, installation, extraction, recherches d'hyperparamètres et entraînements consomment cette enveloppe. Si la VM est arrêtée pendant une partie du travail, le coût de calcul diminue. L'exécution locale complète mesurée après égalisation dure 141.4115 secondes de cellules de calcul, mais ce temps ne représente pas le temps de travail humain ni le temps cloud.</a:t>
            </a:r>
          </a:p>
          <a:p>
            <a:r>
              <a:rPr lang="fr-FR"/>
              <a:t>La mission annonce 300 EUR pour la labellisation par IA du dataset actuel. La simulation porte sur l'infrastructure, pas sur le coût complet du projet : rémunération = 30 * tarif horaire humain, tarif non fourni. Le coût du travail humain et une annotation humaine ne sont pas inclus. Le mail ne précise pas le périmètre des tests et du stockage ; les essais et le stockage décrits sont inclus dans ce chiffrage et ce périmètre est à confirmer avec Clara.</a:t>
            </a:r>
          </a:p>
          <a:p>
            <a:r>
              <a:rPr lang="fr-FR"/>
              <a:t>AWS Paris eu-west-3, Linux, Shared, OnDemand. c6i.xlarge : 4 vCPU, 8 GiB, 0.202 USD/h. IPv4 publique allouée uniquement pendant la marche : 0.005 USD/h. Total 0.207 USD/h = 0.185052744502056 EUR/h. Affichage arrondi à 0.1851 EUR/h. 30 h = 5.551582335062 EUR HT. Prix CPU et IPv4 combinés pour ne pas masquer le coût réseau.</a:t>
            </a:r>
          </a:p>
          <a:p>
            <a:r>
              <a:rPr lang="fr-FR"/>
              <a:t>Disque EBS gp3 de travail : 50 GiB * 0.0928 USD/GiB-mois = 4.64 USD/mois = 4.148042195602 EUR/mois. Provision d'un mois entier, coût affiché 4.15 EUR ; AWS prorate l'usage réel. Le disque et les images ne sont pas conservés indéfiniment.</a:t>
            </a:r>
          </a:p>
          <a:p>
            <a:r>
              <a:rPr lang="fr-FR"/>
              <a:t>Dataset source observé : 1506 JPEG, 37272490 octets (37.27 Mo décimaux). S3 Standard Paris : 0.024 USD/GB-mois avec unité binaire 2^30 octets. PUT : 0.0053 USD/1000 ; GET : 0.00042 USD/1000. Hypothèse : un mois, un envoi et une lecture par fichier. Total source images/accès = 0.00944742507238 USD = 0.008445758155175 EUR, affiché 0.01 EUR.</a:t>
            </a:r>
          </a:p>
          <a:p>
            <a:r>
              <a:rPr lang="fr-FR"/>
              <a:t>Somme non arrondie : 9.708070288818504 EUR. Somme des lignes affichées : 5.55+4.15+0.01 = 9.71 EUR. Les tableaux et poids de modèle restent sur le disque de travail provisionné ; pas de stockage séparé ajouté.</a:t>
            </a:r>
          </a:p>
          <a:p>
            <a:r>
              <a:rPr lang="fr-FR"/>
              <a:t>Conversion : taux de référence BCE du 08/10/2026, 1 EUR = 1.1186 USD, vérifié le 09/10/2026. Ce n'est pas un taux de facturation bancaire garanti. Prix HT, crédits gratuits et remises non appliqués.</a:t>
            </a:r>
          </a:p>
          <a:p>
            <a:r>
              <a:rPr lang="fr-FR"/>
              <a:t>Sources officielles :</a:t>
            </a:r>
          </a:p>
          <a:p>
            <a:r>
              <a:rPr lang="fr-FR"/>
              <a:t>https://www.ecb.europa.eu/stats/eurofxref/eurofxref-daily.xml</a:t>
            </a:r>
          </a:p>
          <a:p>
            <a:r>
              <a:rPr lang="fr-FR"/>
              <a:t>https://www.ecb.europa.eu/stats/policy_and_exchange_rates/euro_reference_exchange_rates/html/eurofxref-graph-usd.en.html</a:t>
            </a:r>
          </a:p>
          <a:p>
            <a:r>
              <a:rPr lang="fr-FR"/>
              <a:t>https://pricing.us-east-1.amazonaws.com/offers/v1.0/aws/AmazonEC2/current/eu-west-3/index.csv</a:t>
            </a:r>
          </a:p>
          <a:p>
            <a:r>
              <a:rPr lang="fr-FR"/>
              <a:t>Catalogue EC2 publié le 08/10/2026, effectif au 01/10/2026. c6i.xlarge SKU CKHYJHTXURYY5WKR ; EBS gp3 SKU XCKADFE99D2BK5V6.</a:t>
            </a:r>
          </a:p>
          <a:p>
            <a:r>
              <a:rPr lang="fr-FR"/>
              <a:t>https://pricing.us-east-1.amazonaws.com/offers/v1.0/aws/AmazonS3/current/eu-west-3/index.json</a:t>
            </a:r>
          </a:p>
          <a:p>
            <a:r>
              <a:rPr lang="fr-FR"/>
              <a:t>Catalogue S3 publié le 28/09/2026 : Standard SKU 4PMVMK58J94ER67S ; PUT JSTCNSNFYXFKBECA ; GET 9PAT6GAN57PYFYDZ.</a:t>
            </a:r>
          </a:p>
          <a:p>
            <a:r>
              <a:rPr lang="fr-FR"/>
              <a:t>https://aws.amazon.com/ec2/pricing/on-demand/</a:t>
            </a:r>
          </a:p>
          <a:p>
            <a:r>
              <a:rPr lang="fr-FR"/>
              <a:t>https://aws.amazon.com/ebs/pricing/</a:t>
            </a:r>
          </a:p>
          <a:p>
            <a:r>
              <a:rPr lang="fr-FR"/>
              <a:t>https://aws.amazon.com/s3/pricing/</a:t>
            </a:r>
          </a:p>
          <a:p>
            <a:r>
              <a:rPr lang="fr-FR"/>
              <a:t>https://aws.amazon.com/vpc/pricing/</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Objectif : comparer deux calendriers pour 4 millions d'images à labelliser, avec le modèle CNN supervisé déjà entraîné sur le prototype. Il s'agit d'un coût de prédiction et de stockage, pas d'un nouvel entraînement sur 4 M images. Le prototype à 9.71 EUR de la slide 11 n'est pas additionné dans ce tableau. Si le budget de 5000 EUR inclut aussi ce prototype, ajouter 9.71 EUR une seule fois, et seulement si les ressources des deux phases sont facturées séparément. Le texte de Clara ne précise pas ce périmètre.</a:t>
            </a:r>
          </a:p>
          <a:p>
            <a:r>
              <a:rPr lang="fr-FR"/>
              <a:t>Hypothèse de calcul illustratif, visible dans la diapositive : 8.2 heures de VM AWS pour 4 M. Cette durée est l'extrapolation LOCALE après égalisation, arrondie depuis 8.19538777778184 h, et n'est PAS une mesure AWS. Il faut la remplacer par une durée cloud mesurée. Prix VM+IPv4 = 0.207 USD/h / 1.1186 = 0.185052744502056 EUR/h. 8.2 h = 1.517432504917 EUR. Chaque heure AWS supplémentaire augmente le calcul de 0.185052744502056 EUR ; la partie stockage dépend de sa propre durée de conservation. Un modèle/optimiseur persistant n'est pas supposé pour la production : chargement du CNN puis inférence avec le même prétraitement et traitement par lots. Les démarrages mensuels, installation et transferts doivent être inclus dans la mesure réelle ; les 41 minutes sont 8.2*60/12 et non un benchmark d'un lot cloud.</a:t>
            </a:r>
          </a:p>
          <a:p>
            <a:r>
              <a:rPr lang="fr-FR"/>
              <a:t>En une fois : 4 M images au début du mois 1, une prédiction par image. VM active pendant le traitement, puis arrêtée ; IP libérée. Le disque gp3 de travail de 50 GiB a une provision d'un mois entier puis est supprimé. Les images S3 sont conservées 12 mois, puis supprimées. Conserver le modèle et le fichier de labels dans S3 représente un volume faible par rapport aux 99 Go ; ce volume devra être ajouté au devis réel.</a:t>
            </a:r>
          </a:p>
          <a:p>
            <a:r>
              <a:rPr lang="fr-FR"/>
              <a:t>Glissant : environ 333333 images arrivent au début de chacun des 12 mois. Pour totaliser exactement 4 M, 333333 pendant onze mois et 333337 au dernier. Une prédiction par image, 12 lots ; VM arrêtée et IP libérée entre les lots. Le disque de travail de 50 GiB est conservé 12 mois et donc facturé pendant les arrêts. Chaque image est conservée pendant 12 mois : au-delà du mois 12, suppression des images atteignant cet âge pour éviter une croissance indéfinie. L'année 1 part d'un stockage vide et remplit progressivement 99 Go ; à partir de l'année 2, le stock stable représente 4 M images si le même rythme et la même taille moyenne continuent.</a:t>
            </a:r>
          </a:p>
          <a:p>
            <a:r>
              <a:rPr lang="fr-FR"/>
              <a:t>Taille réellement observée : 37272490 octets /1506 JPEG = 24749.32934926959 octets/image. Hypothèse : mêmes JPEG et mêmes tailles pour 4 M. Volume = 98997317397.07837 octets = 98.997317397 Go décimaux = 92.19843651827271 GiB facturés S3. Tarif Standard Paris 0.024 USD/GiB-mois = 0.021455390667 EUR/GiB-mois. Stock complet = 1.978153474377387 EUR/mois.</a:t>
            </a:r>
          </a:p>
          <a:p>
            <a:r>
              <a:rPr lang="fr-FR"/>
              <a:t>En une fois : 12 * 1.978153474377387 = 23.73784169252864 EUR de stockage des images.</a:t>
            </a:r>
          </a:p>
          <a:p>
            <a:r>
              <a:rPr lang="fr-FR"/>
              <a:t>Glissant : approximation de douze apports égaux au début des mois. Somme des volumes mensuels (1+2+...+12)/12 = 6.5 volumes complets-mois. Stockage année 1 = 12.85799758345302 EUR. Répartition exacte 11*333333+333337 : multiplicateur 6.4999945, différence négligeable à l'arrondi au centime. Mois 1 = 0.164846122864782 EUR ; mois 12 = 1.978153474377387 EUR. À partir de l'année 2, 23.73784169252864 EUR/an si suppression après 12 mois et même rythme d'arrivée.</a:t>
            </a:r>
          </a:p>
          <a:p>
            <a:r>
              <a:rPr lang="fr-FR"/>
              <a:t>Disque : 50 GiB * 0.0928 USD/GiB-mois /1.1186 = 4.148042195601645 EUR/mois. Une provision mensuelle pour le lot unique : 4.148042195601645 EUR. Douze mois pour le glissant : 49.77650634721974 EUR. Il ne contient pas toutes les images à la fois. L'usage réel EBS est proratisé ; le lot unique peut donc coûter moins que ce mois provisionné si le volume est supprimé plus tôt.</a:t>
            </a:r>
          </a:p>
          <a:p>
            <a:r>
              <a:rPr lang="fr-FR"/>
              <a:t>Requêtes : une PUT et une GET par JPEG. 4 M * (0.0000053+0.00000042) USD /1.1186 = 20.45413910244949 EUR, soit environ 1.704511591871 EUR par lot mensuel. Une seule copie des images, un CSV consolidé pour les labels. EC2 et S3 dans la même région Paris, sans NAT Gateway ; entrée des images et transfert S3 vers EC2 dans la même région gratuits, hors requêtes. Pas de téléchargement des 4 M images vers Internet, uniquement le CSV de labels. Pas de sauvegarde, de réplication ou de réentraînement mensuel inclus. Rémunération, annotation humaine, support payant et taxes exclus.</a:t>
            </a:r>
          </a:p>
          <a:p>
            <a:r>
              <a:rPr lang="fr-FR"/>
              <a:t>Totaux non arrondis : en une fois, 1.517432504917+23.737841692529+4.148042195602+20.454139102449 = 49.857455495496 EUR. Glissant première année = 1.517432504917+12.857997583453+49.77650634722+20.454139102449 = 84.606075538039 EUR. Glissant à régime stable = 95.485919647115 EUR/an. Sommes des lignes affichées : 1.52+23.74+4.15+20.45=49.86 ; 1.52+12.86+49.78+20.45=84.61. Le budget de 5000 EUR paraît compatible avec l'infrastructure dans CE scénario ; cela ne garantit ni la facture réelle, ni le débit AWS, ni la qualité des labels.</a:t>
            </a:r>
          </a:p>
          <a:p>
            <a:r>
              <a:rPr lang="fr-FR"/>
              <a:t>Prix AWS Paris au 09/10/2026 ; conversion BCE du 08/10/2026 : 1 EUR = 1.1186 USD. Taux indicatif, pas taux de facturation garanti. Mêmes références de catalogues et SKU que la slide 11.</a:t>
            </a:r>
          </a:p>
          <a:p>
            <a:r>
              <a:rPr lang="fr-FR"/>
              <a:t>https://pricing.us-east-1.amazonaws.com/offers/v1.0/aws/AmazonEC2/current/eu-west-3/index.csv</a:t>
            </a:r>
          </a:p>
          <a:p>
            <a:r>
              <a:rPr lang="fr-FR"/>
              <a:t>https://pricing.us-east-1.amazonaws.com/offers/v1.0/aws/AmazonS3/current/eu-west-3/index.json</a:t>
            </a:r>
          </a:p>
          <a:p>
            <a:r>
              <a:rPr lang="fr-FR"/>
              <a:t>https://aws.amazon.com/ec2/pricing/on-demand/</a:t>
            </a:r>
          </a:p>
          <a:p>
            <a:r>
              <a:rPr lang="fr-FR"/>
              <a:t>https://aws.amazon.com/ebs/pricing/</a:t>
            </a:r>
          </a:p>
          <a:p>
            <a:r>
              <a:rPr lang="fr-FR"/>
              <a:t>https://aws.amazon.com/s3/pricing/</a:t>
            </a:r>
          </a:p>
          <a:p>
            <a:r>
              <a:rPr lang="fr-FR"/>
              <a:t>https://aws.amazon.com/vpc/pricing/</a:t>
            </a:r>
          </a:p>
          <a:p>
            <a:r>
              <a:rPr lang="fr-FR"/>
              <a:t>https://www.ecb.europa.eu/stats/eurofxref/eurofxref-daily.xml</a:t>
            </a:r>
          </a:p>
          <a:p>
            <a:r>
              <a:rPr lang="fr-FR"/>
              <a:t>Source locale : notebook 01_exploration_dataset.ipynb, benchmark final après égalisation et mesures de ressources.</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limites sont séparées entre observations réelles et conditions de passage à l'échelle.</a:t>
            </a:r>
          </a:p>
          <a:p>
            <a:r>
              <a:rPr lang="fr-FR"/>
              <a:t>Observations locales, après les ajouts du mentor : 1000 images en 7.375849000003654 s sur CPU, avec read_image RGB, égalisation des histogrammes, prétraitement ImageNet, lots de 16 et CNN supervisé déjà entraîné. Extrapolation = 8.19538777778184 h pour 4 M. CPU local Intel i9-14900K déclaré par l'utilisateur dans sa présentation ; torch.get_num_threads() = 24 lors de la mesure. La c6i.xlarge AWS dispose de 4 vCPU, 8 GiB, et ne peut être supposée aussi rapide que cette machine. Aucun benchmark AWS ou GPU n'a été effectué. La slide 10 et les dix premières slides sont conservées dans leur état source, conformément au périmètre de révision limité aux trois slides financières. La mesure présentée ici est la plus récente, après égalisation.</a:t>
            </a:r>
          </a:p>
          <a:p>
            <a:r>
              <a:rPr lang="fr-FR"/>
              <a:t>RAM physique RSS estimée avec psutil toutes les 0.05 s, processus Python seulement, hors VRAM GPU. Création du modèle, extraction, essais et entraînements : pic 3310.07421875 MiB = 3.232494354 GiB. Traitement final : pic 3322.515625 MiB = 3.244644165 GiB. Le processus conserve les tableaux et modèles chargés plus tôt ; ce n'est pas la mémoire supplémentaire d'un seul lot. Pendant l'inférence, RAM au départ 3313.140625 MiB et hausse maximale observée 9.375 MiB.</a:t>
            </a:r>
          </a:p>
          <a:p>
            <a:r>
              <a:rPr lang="fr-FR"/>
              <a:t>Le notebook prépare actuellement une liste de toutes les images pour l'extraction et des TensorDataset contenant tous les tenseurs pour les entraînements ; ces parties ne sont pas adaptées à une préparation de 4 M images. Un tenseur float32 RGB 224*224 occupe 3*224*224*4 = 602112 octets. 4 M = 2408448000000 octets = environ 2.19047 TiB, sans modèles ni autres buffers. La prédiction finale utilise déjà des lots de 16 ; la généralisation du chargement progressif est la condition de mémoire, pas une augmentation infinie de la RAM. 8 GiB est une configuration à tester et non un minimum validé pour tous les nouveaux jeux.</a:t>
            </a:r>
          </a:p>
          <a:p>
            <a:r>
              <a:rPr lang="fr-FR"/>
              <a:t>Lecture/calcul : les 4 M fichiers et la latence S3 peuvent limiter le débit, même si le CNN est accéléré. Il s'agit d'hypothèses de blocage, pas d'un profilage cloud déjà effectué. Mesurer séparément lecture, égalisation, préparation des lots et calcul sur un échantillon de nouvelles images ; mesurer aussi un volume assez long pour dépasser le seul effet du cache. Préchargement en parallèle et disque temporaire peuvent être testés. Un GPU peut réduire le temps CNN mais pas supprimer toutes les attentes de lecture ; aucun gain GPU n'est inventé.</a:t>
            </a:r>
          </a:p>
          <a:p>
            <a:r>
              <a:rPr lang="fr-FR"/>
              <a:t>Volume et coût : moyenne mesurée sur les 1506 JPEG sources, 24.749329349 ko décimaux. L'énoncé annonce des PNG et emploie radiographies/IRM ; on ne suppose pas les nouveaux fichiers identiques sans vérification. Coût S3 et débit doivent être recalculés avec les tailles, formats et résolutions réellement livrés. La politique de suppression après 12 mois est nécessaire pour stabiliser le stockage glissant.</a:t>
            </a:r>
          </a:p>
          <a:p>
            <a:r>
              <a:rPr lang="fr-FR"/>
              <a:t>Qualité : les ensembles forts restent séparés, avec test de 20 images jamais utilisé pour l'entraînement ou la sélection. Après égalisation, accuracy supervisée 0.90, rappel cancer 0.90, F2 0.90 sur ces 20 images ; semi-supervisé accuracy 0.85, F2 0.8163. Ces résultats exploratoires ne démontrent pas une qualité garantie sur 4 M nouvelles images ou une validation clinique. Les limites de représentativité et les coûts d'un contrôle humain ne sont pas couverts par le seul devis d'infrastructure. Aucun seuil de réussite clinique n'a été fixé.</a:t>
            </a:r>
          </a:p>
          <a:p>
            <a:r>
              <a:rPr lang="fr-FR"/>
              <a:t>Sources projet : 01_exploration_dataset.ipynb, données locales, énoncé BrainScanAI et AGENTS.md.</a:t>
            </a:r>
          </a:p>
          <a:p>
            <a:r>
              <a:rPr lang="fr-FR"/>
              <a:t>Sources techniques officielles :</a:t>
            </a:r>
          </a:p>
          <a:p>
            <a:r>
              <a:rPr lang="fr-FR"/>
              <a:t>https://docs.aws.amazon.com/ec2/latest/instancetypes/co.html</a:t>
            </a:r>
          </a:p>
          <a:p>
            <a:r>
              <a:rPr lang="fr-FR"/>
              <a:t>https://aws.amazon.com/s3/pricing/</a:t>
            </a:r>
          </a:p>
          <a:p>
            <a:r>
              <a:rPr lang="fr-FR"/>
              <a:t>https://docs.pytorch.org/docs/stable/data.html</a:t>
            </a:r>
          </a:p>
          <a:p>
            <a:r>
              <a:rPr lang="fr-FR"/>
              <a:t>https://aws.amazon.com/ec2/instance-types/g4/</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(définition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D4C3F2B-A85C-B7D7-E746-0DCE8945647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2459B3FA-E815-C758-DB99-35DA7AA94381}"/>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A395AB2-42F4-04C0-0E39-524B726A727F}"/>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5" name="Rectangle 4">
            <a:extLst>
              <a:ext uri="{FF2B5EF4-FFF2-40B4-BE49-F238E27FC236}">
                <a16:creationId xmlns:a16="http://schemas.microsoft.com/office/drawing/2014/main" id="{B24F9856-4F20-CA5A-1237-456CAE7D7D0B}"/>
              </a:ext>
            </a:extLst>
          </p:cNvPr>
          <p:cNvSpPr/>
          <p:nvPr/>
        </p:nvSpPr>
        <p:spPr>
          <a:xfrm>
            <a:off x="6096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Prétraitement
</a:t>
            </a:r>
            <a:r>
              <a:rPr lang="fr-FR" sz="2300" dirty="0" err="1">
                <a:solidFill>
                  <a:srgbClr val="172F43"/>
                </a:solidFill>
                <a:latin typeface="Arial" panose="020B0604020202020204" pitchFamily="34" charset="0"/>
              </a:rPr>
              <a:t>ImageNet</a:t>
            </a:r>
            <a:endParaRPr lang="fr-FR" sz="2300" dirty="0">
              <a:solidFill>
                <a:srgbClr val="172F43"/>
              </a:solidFill>
              <a:latin typeface="Arial" panose="020B0604020202020204" pitchFamily="34" charset="0"/>
            </a:endParaRPr>
          </a:p>
        </p:txBody>
      </p:sp>
      <p:sp>
        <p:nvSpPr>
          <p:cNvPr id="6" name="Rectangle 5">
            <a:extLst>
              <a:ext uri="{FF2B5EF4-FFF2-40B4-BE49-F238E27FC236}">
                <a16:creationId xmlns:a16="http://schemas.microsoft.com/office/drawing/2014/main" id="{2BAED6DE-98BC-C933-7F62-8EC9F50ADA1F}"/>
              </a:ext>
            </a:extLst>
          </p:cNvPr>
          <p:cNvSpPr/>
          <p:nvPr/>
        </p:nvSpPr>
        <p:spPr>
          <a:xfrm>
            <a:off x="45085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ResNet18
Paramètres gelés</a:t>
            </a:r>
          </a:p>
        </p:txBody>
      </p:sp>
      <p:sp>
        <p:nvSpPr>
          <p:cNvPr id="7" name="Rectangle 6">
            <a:extLst>
              <a:ext uri="{FF2B5EF4-FFF2-40B4-BE49-F238E27FC236}">
                <a16:creationId xmlns:a16="http://schemas.microsoft.com/office/drawing/2014/main" id="{F155A9F5-9267-D258-8E84-813C8D6CF145}"/>
              </a:ext>
            </a:extLst>
          </p:cNvPr>
          <p:cNvSpPr/>
          <p:nvPr/>
        </p:nvSpPr>
        <p:spPr>
          <a:xfrm>
            <a:off x="84074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512 </a:t>
            </a:r>
            <a:r>
              <a:rPr lang="fr-FR" sz="2300" dirty="0" err="1">
                <a:solidFill>
                  <a:srgbClr val="172F43"/>
                </a:solidFill>
                <a:latin typeface="Arial" panose="020B0604020202020204" pitchFamily="34" charset="0"/>
              </a:rPr>
              <a:t>features</a:t>
            </a:r>
            <a:r>
              <a:rPr lang="fr-FR" sz="2300" dirty="0">
                <a:solidFill>
                  <a:srgbClr val="172F43"/>
                </a:solidFill>
                <a:latin typeface="Arial" panose="020B0604020202020204" pitchFamily="34" charset="0"/>
              </a:rPr>
              <a:t>
par image</a:t>
            </a:r>
          </a:p>
        </p:txBody>
      </p:sp>
      <p:cxnSp>
        <p:nvCxnSpPr>
          <p:cNvPr id="8" name="Connecteur droit avec flèche 7">
            <a:extLst>
              <a:ext uri="{FF2B5EF4-FFF2-40B4-BE49-F238E27FC236}">
                <a16:creationId xmlns:a16="http://schemas.microsoft.com/office/drawing/2014/main" id="{CC1722D3-1816-766B-924A-20F4C3F3A52C}"/>
              </a:ext>
            </a:extLst>
          </p:cNvPr>
          <p:cNvCxnSpPr/>
          <p:nvPr/>
        </p:nvCxnSpPr>
        <p:spPr>
          <a:xfrm>
            <a:off x="38608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1A46DCEE-2A67-AFCF-6B6B-E68CB1BE551A}"/>
              </a:ext>
            </a:extLst>
          </p:cNvPr>
          <p:cNvCxnSpPr/>
          <p:nvPr/>
        </p:nvCxnSpPr>
        <p:spPr>
          <a:xfrm>
            <a:off x="77597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41E091C1-AED4-9DC4-439A-8D92382FF780}"/>
              </a:ext>
            </a:extLst>
          </p:cNvPr>
          <p:cNvSpPr txBox="1"/>
          <p:nvPr/>
        </p:nvSpPr>
        <p:spPr>
          <a:xfrm>
            <a:off x="609600" y="3632199"/>
            <a:ext cx="3429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Redimensionnement à 256
Recadrage central à 224 × 224
Normalisation prévue par le modèle</a:t>
            </a:r>
          </a:p>
        </p:txBody>
      </p:sp>
      <p:sp>
        <p:nvSpPr>
          <p:cNvPr id="11" name="ZoneTexte 10">
            <a:extLst>
              <a:ext uri="{FF2B5EF4-FFF2-40B4-BE49-F238E27FC236}">
                <a16:creationId xmlns:a16="http://schemas.microsoft.com/office/drawing/2014/main" id="{82FAE3E1-58E6-B5A7-6F0A-0214E553B646}"/>
              </a:ext>
            </a:extLst>
          </p:cNvPr>
          <p:cNvSpPr txBox="1"/>
          <p:nvPr/>
        </p:nvSpPr>
        <p:spPr>
          <a:xfrm>
            <a:off x="4508500" y="3632199"/>
            <a:ext cx="34671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Poids IMAGENET1K_V1
Gel des couches </a:t>
            </a:r>
            <a:r>
              <a:rPr lang="fr-FR" dirty="0" err="1">
                <a:solidFill>
                  <a:srgbClr val="172F43"/>
                </a:solidFill>
                <a:latin typeface="Arial" panose="020B0604020202020204" pitchFamily="34" charset="0"/>
              </a:rPr>
              <a:t>convutionelles</a:t>
            </a:r>
            <a:endParaRPr lang="fr-FR" dirty="0">
              <a:solidFill>
                <a:srgbClr val="172F43"/>
              </a:solidFill>
              <a:latin typeface="Arial" panose="020B0604020202020204" pitchFamily="34" charset="0"/>
            </a:endParaRPr>
          </a:p>
        </p:txBody>
      </p:sp>
      <p:sp>
        <p:nvSpPr>
          <p:cNvPr id="12" name="ZoneTexte 11">
            <a:extLst>
              <a:ext uri="{FF2B5EF4-FFF2-40B4-BE49-F238E27FC236}">
                <a16:creationId xmlns:a16="http://schemas.microsoft.com/office/drawing/2014/main" id="{5AB5AFC4-BA4F-3E55-CF16-FE87F39A497A}"/>
              </a:ext>
            </a:extLst>
          </p:cNvPr>
          <p:cNvSpPr txBox="1"/>
          <p:nvPr/>
        </p:nvSpPr>
        <p:spPr>
          <a:xfrm>
            <a:off x="8407400" y="3632199"/>
            <a:ext cx="3175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Chaque image est représentée par un vecteur de 512 dimensions. Chaque dimension est une </a:t>
            </a:r>
            <a:r>
              <a:rPr lang="fr-FR" dirty="0" err="1">
                <a:solidFill>
                  <a:srgbClr val="172F43"/>
                </a:solidFill>
                <a:latin typeface="Arial" panose="020B0604020202020204" pitchFamily="34" charset="0"/>
              </a:rPr>
              <a:t>feature</a:t>
            </a:r>
            <a:r>
              <a:rPr lang="fr-FR" dirty="0">
                <a:solidFill>
                  <a:srgbClr val="172F43"/>
                </a:solidFill>
                <a:latin typeface="Arial" panose="020B0604020202020204" pitchFamily="34" charset="0"/>
              </a:rPr>
              <a:t> de l’image</a:t>
            </a:r>
          </a:p>
        </p:txBody>
      </p:sp>
      <p:sp>
        <p:nvSpPr>
          <p:cNvPr id="13" name="ZoneTexte 12">
            <a:extLst>
              <a:ext uri="{FF2B5EF4-FFF2-40B4-BE49-F238E27FC236}">
                <a16:creationId xmlns:a16="http://schemas.microsoft.com/office/drawing/2014/main" id="{E4B97BBA-4985-9F9F-9333-CC022360859B}"/>
              </a:ext>
            </a:extLst>
          </p:cNvPr>
          <p:cNvSpPr txBox="1"/>
          <p:nvPr/>
        </p:nvSpPr>
        <p:spPr>
          <a:xfrm>
            <a:off x="609600" y="5460999"/>
            <a:ext cx="10972800" cy="673100"/>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Les </a:t>
            </a:r>
            <a:r>
              <a:rPr lang="fr-FR" sz="2100" b="1" dirty="0" err="1">
                <a:solidFill>
                  <a:srgbClr val="172F43"/>
                </a:solidFill>
                <a:latin typeface="Arial" panose="020B0604020202020204" pitchFamily="34" charset="0"/>
              </a:rPr>
              <a:t>features</a:t>
            </a:r>
            <a:r>
              <a:rPr lang="fr-FR" sz="2100" b="1" dirty="0">
                <a:solidFill>
                  <a:srgbClr val="172F43"/>
                </a:solidFill>
                <a:latin typeface="Arial" panose="020B0604020202020204" pitchFamily="34" charset="0"/>
              </a:rPr>
              <a:t> des images sont sauvegardées dans un CSV qui conserve également le chemin de l'image</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2121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Groupe 0 : 566 images. Groupe 1 : 482.</a:t>
            </a: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388977625"/>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283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953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87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268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33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Aucun essai ne produit deux groupes.</a:t>
            </a:r>
          </a:p>
        </p:txBody>
      </p:sp>
      <p:sp>
        <p:nvSpPr>
          <p:cNvPr id="14" name="ZoneTexte 13">
            <a:extLst>
              <a:ext uri="{FF2B5EF4-FFF2-40B4-BE49-F238E27FC236}">
                <a16:creationId xmlns:a16="http://schemas.microsoft.com/office/drawing/2014/main" id="{764E9EB7-F6D1-EC4A-2206-DC77B9D5AC0E}"/>
              </a:ext>
            </a:extLst>
          </p:cNvPr>
          <p:cNvSpPr txBox="1"/>
          <p:nvPr/>
        </p:nvSpPr>
        <p:spPr>
          <a:xfrm>
            <a:off x="1682622" y="6364908"/>
            <a:ext cx="8826755" cy="369332"/>
          </a:xfrm>
          <a:prstGeom prst="rect">
            <a:avLst/>
          </a:prstGeom>
          <a:noFill/>
        </p:spPr>
        <p:txBody>
          <a:bodyPr wrap="square">
            <a:spAutoFit/>
          </a:bodyPr>
          <a:lstStyle/>
          <a:p>
            <a:r>
              <a:rPr lang="fr-FR" b="1" dirty="0"/>
              <a:t>K-Means produit  le jeu de données “faiblement” labellisé  utilisé par la suite</a:t>
            </a:r>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0B704C1-B868-F8A6-A821-76D5763697B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Contrôle par l'ARI</a:t>
            </a:r>
          </a:p>
        </p:txBody>
      </p:sp>
      <p:cxnSp>
        <p:nvCxnSpPr>
          <p:cNvPr id="3" name="Connecteur droit 2">
            <a:extLst>
              <a:ext uri="{FF2B5EF4-FFF2-40B4-BE49-F238E27FC236}">
                <a16:creationId xmlns:a16="http://schemas.microsoft.com/office/drawing/2014/main" id="{9664DE64-D2B2-F9B6-5435-DF7E0B1E7C6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04317D2-BFD7-03DB-134E-35D0E5E00A7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5" name="Rectangle 4">
            <a:extLst>
              <a:ext uri="{FF2B5EF4-FFF2-40B4-BE49-F238E27FC236}">
                <a16:creationId xmlns:a16="http://schemas.microsoft.com/office/drawing/2014/main" id="{56788DEF-E101-70E5-65DE-7FF262EF0EF1}"/>
              </a:ext>
            </a:extLst>
          </p:cNvPr>
          <p:cNvSpPr/>
          <p:nvPr/>
        </p:nvSpPr>
        <p:spPr>
          <a:xfrm>
            <a:off x="6096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Images sans label</a:t>
            </a:r>
          </a:p>
        </p:txBody>
      </p:sp>
      <p:sp>
        <p:nvSpPr>
          <p:cNvPr id="6" name="Rectangle 5">
            <a:extLst>
              <a:ext uri="{FF2B5EF4-FFF2-40B4-BE49-F238E27FC236}">
                <a16:creationId xmlns:a16="http://schemas.microsoft.com/office/drawing/2014/main" id="{E98120EA-A1A7-FC74-B065-D7F4EB8FE4D8}"/>
              </a:ext>
            </a:extLst>
          </p:cNvPr>
          <p:cNvSpPr/>
          <p:nvPr/>
        </p:nvSpPr>
        <p:spPr>
          <a:xfrm>
            <a:off x="4508500" y="1892300"/>
            <a:ext cx="31750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Groupes K-Means 0 / 1</a:t>
            </a:r>
          </a:p>
        </p:txBody>
      </p:sp>
      <p:sp>
        <p:nvSpPr>
          <p:cNvPr id="7" name="Rectangle 6">
            <a:extLst>
              <a:ext uri="{FF2B5EF4-FFF2-40B4-BE49-F238E27FC236}">
                <a16:creationId xmlns:a16="http://schemas.microsoft.com/office/drawing/2014/main" id="{76F338BE-7000-63DF-77D0-4D56C4ECDCD0}"/>
              </a:ext>
            </a:extLst>
          </p:cNvPr>
          <p:cNvSpPr/>
          <p:nvPr/>
        </p:nvSpPr>
        <p:spPr>
          <a:xfrm>
            <a:off x="85979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Colonne </a:t>
            </a:r>
            <a:r>
              <a:rPr lang="fr-FR" sz="2000" dirty="0" err="1">
                <a:solidFill>
                  <a:srgbClr val="172F43"/>
                </a:solidFill>
                <a:latin typeface="Arial" panose="020B0604020202020204" pitchFamily="34" charset="0"/>
              </a:rPr>
              <a:t>label_faible</a:t>
            </a:r>
            <a:endParaRPr lang="fr-FR" sz="2000" dirty="0">
              <a:solidFill>
                <a:srgbClr val="172F43"/>
              </a:solidFill>
              <a:latin typeface="Arial" panose="020B0604020202020204" pitchFamily="34" charset="0"/>
            </a:endParaRPr>
          </a:p>
        </p:txBody>
      </p:sp>
      <p:cxnSp>
        <p:nvCxnSpPr>
          <p:cNvPr id="8" name="Connecteur droit avec flèche 7">
            <a:extLst>
              <a:ext uri="{FF2B5EF4-FFF2-40B4-BE49-F238E27FC236}">
                <a16:creationId xmlns:a16="http://schemas.microsoft.com/office/drawing/2014/main" id="{5997C79F-617C-C5A5-5BBC-D20211CD425B}"/>
              </a:ext>
            </a:extLst>
          </p:cNvPr>
          <p:cNvCxnSpPr/>
          <p:nvPr/>
        </p:nvCxnSpPr>
        <p:spPr>
          <a:xfrm>
            <a:off x="36830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0B6A497-9786-C52D-4069-65DD974D6AA1}"/>
              </a:ext>
            </a:extLst>
          </p:cNvPr>
          <p:cNvCxnSpPr/>
          <p:nvPr/>
        </p:nvCxnSpPr>
        <p:spPr>
          <a:xfrm>
            <a:off x="77724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77F6D799-06CE-5891-C9D5-E0D9E192A660}"/>
              </a:ext>
            </a:extLst>
          </p:cNvPr>
          <p:cNvSpPr txBox="1"/>
          <p:nvPr/>
        </p:nvSpPr>
        <p:spPr>
          <a:xfrm>
            <a:off x="609600" y="3898899"/>
            <a:ext cx="6705600" cy="9144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Les numéros 0 et 1 n'identifient pas automatiquement normal et cancer.</a:t>
            </a:r>
          </a:p>
        </p:txBody>
      </p:sp>
      <p:sp>
        <p:nvSpPr>
          <p:cNvPr id="12" name="ZoneTexte 11">
            <a:extLst>
              <a:ext uri="{FF2B5EF4-FFF2-40B4-BE49-F238E27FC236}">
                <a16:creationId xmlns:a16="http://schemas.microsoft.com/office/drawing/2014/main" id="{9C1FF39D-E6DE-B7A9-F78F-A0F86581257B}"/>
              </a:ext>
            </a:extLst>
          </p:cNvPr>
          <p:cNvSpPr txBox="1"/>
          <p:nvPr/>
        </p:nvSpPr>
        <p:spPr>
          <a:xfrm>
            <a:off x="8585200" y="3860799"/>
            <a:ext cx="2984500" cy="4064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ARI</a:t>
            </a:r>
          </a:p>
        </p:txBody>
      </p:sp>
      <p:sp>
        <p:nvSpPr>
          <p:cNvPr id="13" name="ZoneTexte 12">
            <a:extLst>
              <a:ext uri="{FF2B5EF4-FFF2-40B4-BE49-F238E27FC236}">
                <a16:creationId xmlns:a16="http://schemas.microsoft.com/office/drawing/2014/main" id="{A2928ED6-2E2D-EF0F-8958-1DCD1FC1CE75}"/>
              </a:ext>
            </a:extLst>
          </p:cNvPr>
          <p:cNvSpPr txBox="1"/>
          <p:nvPr/>
        </p:nvSpPr>
        <p:spPr>
          <a:xfrm>
            <a:off x="8585200" y="4394199"/>
            <a:ext cx="2984500" cy="812800"/>
          </a:xfrm>
          <a:prstGeom prst="rect">
            <a:avLst/>
          </a:prstGeom>
          <a:noFill/>
        </p:spPr>
        <p:txBody>
          <a:bodyPr vert="horz" wrap="square" lIns="0" tIns="0" rIns="0" bIns="0" rtlCol="0">
            <a:noAutofit/>
          </a:bodyPr>
          <a:lstStyle/>
          <a:p>
            <a:r>
              <a:rPr lang="fr-FR" sz="4300" b="1" dirty="0">
                <a:solidFill>
                  <a:srgbClr val="172F43"/>
                </a:solidFill>
                <a:latin typeface="Arial" panose="020B0604020202020204" pitchFamily="34" charset="0"/>
              </a:rPr>
              <a:t>0.346271</a:t>
            </a:r>
          </a:p>
        </p:txBody>
      </p:sp>
      <p:sp>
        <p:nvSpPr>
          <p:cNvPr id="14" name="ZoneTexte 13">
            <a:extLst>
              <a:ext uri="{FF2B5EF4-FFF2-40B4-BE49-F238E27FC236}">
                <a16:creationId xmlns:a16="http://schemas.microsoft.com/office/drawing/2014/main" id="{A2B5529D-364F-8B12-42F0-E7D6AC9081E9}"/>
              </a:ext>
            </a:extLst>
          </p:cNvPr>
          <p:cNvSpPr txBox="1"/>
          <p:nvPr/>
        </p:nvSpPr>
        <p:spPr>
          <a:xfrm>
            <a:off x="8585200" y="5283199"/>
            <a:ext cx="2984500" cy="596900"/>
          </a:xfrm>
          <a:prstGeom prst="rect">
            <a:avLst/>
          </a:prstGeom>
          <a:noFill/>
        </p:spPr>
        <p:txBody>
          <a:bodyPr vert="horz" wrap="square" lIns="0" tIns="0" rIns="0" bIns="0" rtlCol="0">
            <a:noAutofit/>
          </a:bodyPr>
          <a:lstStyle/>
          <a:p>
            <a:r>
              <a:rPr lang="fr-FR" sz="1700" dirty="0">
                <a:solidFill>
                  <a:srgbClr val="536473"/>
                </a:solidFill>
                <a:latin typeface="Arial" panose="020B0604020202020204" pitchFamily="34" charset="0"/>
              </a:rPr>
              <a:t>Sur 79 images fortes (train et validation)</a:t>
            </a:r>
          </a:p>
        </p:txBody>
      </p:sp>
      <p:sp>
        <p:nvSpPr>
          <p:cNvPr id="17" name="ZoneTexte 16">
            <a:extLst>
              <a:ext uri="{FF2B5EF4-FFF2-40B4-BE49-F238E27FC236}">
                <a16:creationId xmlns:a16="http://schemas.microsoft.com/office/drawing/2014/main" id="{8ACAE256-4728-59C9-ABF1-A1337B810F59}"/>
              </a:ext>
            </a:extLst>
          </p:cNvPr>
          <p:cNvSpPr txBox="1"/>
          <p:nvPr/>
        </p:nvSpPr>
        <p:spPr>
          <a:xfrm>
            <a:off x="1002789" y="5067693"/>
            <a:ext cx="6097022" cy="646331"/>
          </a:xfrm>
          <a:prstGeom prst="rect">
            <a:avLst/>
          </a:prstGeom>
          <a:noFill/>
        </p:spPr>
        <p:txBody>
          <a:bodyPr wrap="square">
            <a:spAutoFit/>
          </a:bodyPr>
          <a:lstStyle/>
          <a:p>
            <a:r>
              <a:rPr lang="fr-FR" dirty="0"/>
              <a:t>L’ARI de 0,346 montre une correspondance partielle avec les labels connus.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8</a:t>
            </a:r>
          </a:p>
        </p:txBody>
      </p:sp>
      <p:sp>
        <p:nvSpPr>
          <p:cNvPr id="5" name="ZoneTexte 4">
            <a:extLst>
              <a:ext uri="{FF2B5EF4-FFF2-40B4-BE49-F238E27FC236}">
                <a16:creationId xmlns:a16="http://schemas.microsoft.com/office/drawing/2014/main" id="{EF6033B4-61B4-2078-F835-AA0FE109DD2C}"/>
              </a:ext>
            </a:extLst>
          </p:cNvPr>
          <p:cNvSpPr txBox="1"/>
          <p:nvPr/>
        </p:nvSpPr>
        <p:spPr>
          <a:xfrm>
            <a:off x="609600" y="1536698"/>
            <a:ext cx="6223000" cy="3937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Même grille pour les deux méthodes</a:t>
            </a:r>
          </a:p>
          <a:p>
            <a:r>
              <a:rPr lang="fr-FR" sz="2300" b="1" dirty="0">
                <a:solidFill>
                  <a:srgbClr val="172F43"/>
                </a:solidFill>
                <a:latin typeface="Arial" panose="020B0604020202020204" pitchFamily="34" charset="0"/>
              </a:rPr>
              <a:t>La recherche est réalisée</a:t>
            </a: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2331330757"/>
              </p:ext>
            </p:extLst>
          </p:nvPr>
        </p:nvGraphicFramePr>
        <p:xfrm>
          <a:off x="710443" y="3511033"/>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0,7317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0,7500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0,9091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0,5405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0,9756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0,7692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1200092" y="5334000"/>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77557" y="1778000"/>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77557" y="2908300"/>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1571897101"/>
              </p:ext>
            </p:extLst>
          </p:nvPr>
        </p:nvGraphicFramePr>
        <p:xfrm>
          <a:off x="1888921" y="2363135"/>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7</a:t>
            </a: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 faibles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même CNN poursuit son entraînement.
Test faible : </a:t>
            </a:r>
            <a:r>
              <a:rPr lang="fr-FR" sz="1700" dirty="0" err="1">
                <a:solidFill>
                  <a:srgbClr val="172F43"/>
                </a:solidFill>
                <a:latin typeface="Arial" panose="020B0604020202020204" pitchFamily="34" charset="0"/>
              </a:rPr>
              <a:t>accuracy</a:t>
            </a:r>
            <a:r>
              <a:rPr lang="fr-FR" sz="1700" dirty="0">
                <a:solidFill>
                  <a:srgbClr val="172F43"/>
                </a:solidFill>
                <a:latin typeface="Arial" panose="020B0604020202020204" pitchFamily="34" charset="0"/>
              </a:rPr>
              <a:t> de 0,973 sur 263 images (labels faibles).</a:t>
            </a: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couches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3706651442"/>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0,889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0,947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0,833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3261265352"/>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2</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8</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1573907864"/>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9</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F2 cancer dans cette expérience.</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5F4D07-4233-425F-6184-B981EB01B65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a:t>
            </a:r>
            <a:r>
              <a:rPr lang="fr-FR" sz="3200" b="1" dirty="0" err="1">
                <a:solidFill>
                  <a:srgbClr val="172F43"/>
                </a:solidFill>
                <a:latin typeface="Arial" panose="020B0604020202020204" pitchFamily="34" charset="0"/>
              </a:rPr>
              <a:t>echelle</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A9AF06F5-9EA3-96CD-9E63-2D026B60C2E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39B56B4-3FF2-C7EA-E578-C44181063FF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3BEE4FB5-8617-38DF-E735-669500073EA2}"/>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
        <p:nvSpPr>
          <p:cNvPr id="12" name="ZoneTexte 11">
            <a:extLst>
              <a:ext uri="{FF2B5EF4-FFF2-40B4-BE49-F238E27FC236}">
                <a16:creationId xmlns:a16="http://schemas.microsoft.com/office/drawing/2014/main" id="{88D396AF-0C57-33B1-E61F-83A4BCBF1DB5}"/>
              </a:ext>
            </a:extLst>
          </p:cNvPr>
          <p:cNvSpPr txBox="1"/>
          <p:nvPr/>
        </p:nvSpPr>
        <p:spPr>
          <a:xfrm>
            <a:off x="758156" y="1892974"/>
            <a:ext cx="6096698" cy="2031325"/>
          </a:xfrm>
          <a:prstGeom prst="rect">
            <a:avLst/>
          </a:prstGeom>
          <a:noFill/>
        </p:spPr>
        <p:txBody>
          <a:bodyPr wrap="square">
            <a:spAutoFit/>
          </a:bodyPr>
          <a:lstStyle/>
          <a:p>
            <a:r>
              <a:rPr lang="fr-FR" sz="1800" b="0" i="0" dirty="0">
                <a:solidFill>
                  <a:schemeClr val="tx1"/>
                </a:solidFill>
                <a:effectLst/>
                <a:latin typeface="+mn-lt"/>
              </a:rPr>
              <a:t>Machine utilisée : I9 14900K </a:t>
            </a:r>
          </a:p>
          <a:p>
            <a:endParaRPr lang="fr-FR" dirty="0"/>
          </a:p>
          <a:p>
            <a:r>
              <a:rPr lang="fr-FR" sz="1800" b="0" i="0" dirty="0">
                <a:solidFill>
                  <a:schemeClr val="tx1"/>
                </a:solidFill>
                <a:effectLst/>
                <a:latin typeface="+mn-lt"/>
              </a:rPr>
              <a:t>Nombre d'images traitées : 1000 </a:t>
            </a:r>
          </a:p>
          <a:p>
            <a:endParaRPr lang="fr-FR" dirty="0"/>
          </a:p>
          <a:p>
            <a:r>
              <a:rPr lang="fr-FR" sz="1800" b="0" i="0" dirty="0">
                <a:solidFill>
                  <a:schemeClr val="tx1"/>
                </a:solidFill>
                <a:effectLst/>
                <a:latin typeface="+mn-lt"/>
              </a:rPr>
              <a:t>Durée mesurée : 6.7 secondes </a:t>
            </a:r>
          </a:p>
          <a:p>
            <a:endParaRPr lang="fr-FR" dirty="0"/>
          </a:p>
          <a:p>
            <a:r>
              <a:rPr lang="fr-FR" sz="1800" b="0" i="0" dirty="0">
                <a:solidFill>
                  <a:schemeClr val="tx1"/>
                </a:solidFill>
                <a:effectLst/>
                <a:latin typeface="+mn-lt"/>
              </a:rPr>
              <a:t>Estimation pour 4 millions : 7.5 heures</a:t>
            </a:r>
            <a:endParaRPr lang="fr-FR" dirty="0"/>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2C503CC-BBC1-E281-D52D-080DED4427A6}"/>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3" name="ZoneTexte 2">
            <a:extLst>
              <a:ext uri="{FF2B5EF4-FFF2-40B4-BE49-F238E27FC236}">
                <a16:creationId xmlns:a16="http://schemas.microsoft.com/office/drawing/2014/main" id="{413D2057-06A0-49B0-7E8E-DF3C5A98D0E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Prototypage : 30 heures de travail</a:t>
            </a:r>
          </a:p>
        </p:txBody>
      </p:sp>
      <p:cxnSp>
        <p:nvCxnSpPr>
          <p:cNvPr id="4" name="Connecteur droit 3">
            <a:extLst>
              <a:ext uri="{FF2B5EF4-FFF2-40B4-BE49-F238E27FC236}">
                <a16:creationId xmlns:a16="http://schemas.microsoft.com/office/drawing/2014/main" id="{167A8080-C939-4AAC-F496-B2FA42F9D0B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E1E383AD-88FC-82C0-AF9D-61C6631430E3}"/>
              </a:ext>
            </a:extLst>
          </p:cNvPr>
          <p:cNvSpPr txBox="1"/>
          <p:nvPr/>
        </p:nvSpPr>
        <p:spPr>
          <a:xfrm>
            <a:off x="609600" y="1727199"/>
            <a:ext cx="10972800" cy="6731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Hypothèse : VM AWS Paris allumée pendant les 30 h. Machine c6i.xlarge : 4 CPU virtuels, 8 Gio de RAM.</a:t>
            </a:r>
          </a:p>
        </p:txBody>
      </p:sp>
      <p:graphicFrame>
        <p:nvGraphicFramePr>
          <p:cNvPr id="6" name="Tableau 5">
            <a:extLst>
              <a:ext uri="{FF2B5EF4-FFF2-40B4-BE49-F238E27FC236}">
                <a16:creationId xmlns:a16="http://schemas.microsoft.com/office/drawing/2014/main" id="{56D805C0-7133-C8F1-E207-7662BAD785D5}"/>
              </a:ext>
            </a:extLst>
          </p:cNvPr>
          <p:cNvGraphicFramePr>
            <a:graphicFrameLocks noGrp="1"/>
          </p:cNvGraphicFramePr>
          <p:nvPr>
            <p:extLst>
              <p:ext uri="{D42A27DB-BD31-4B8C-83A1-F6EECF244321}">
                <p14:modId xmlns:p14="http://schemas.microsoft.com/office/powerpoint/2010/main" val="1422896126"/>
              </p:ext>
            </p:extLst>
          </p:nvPr>
        </p:nvGraphicFramePr>
        <p:xfrm>
          <a:off x="609600" y="2705100"/>
          <a:ext cx="10972800" cy="2730500"/>
        </p:xfrm>
        <a:graphic>
          <a:graphicData uri="http://schemas.openxmlformats.org/drawingml/2006/table">
            <a:tbl>
              <a:tblPr firstRow="1" bandRow="1">
                <a:tableStyleId>{5C22544A-7EE6-4342-B048-85BDC9FD1C3A}</a:tableStyleId>
              </a:tblPr>
              <a:tblGrid>
                <a:gridCol w="3213100">
                  <a:extLst>
                    <a:ext uri="{9D8B030D-6E8A-4147-A177-3AD203B41FA5}">
                      <a16:colId xmlns:a16="http://schemas.microsoft.com/office/drawing/2014/main" val="2126231453"/>
                    </a:ext>
                  </a:extLst>
                </a:gridCol>
                <a:gridCol w="2425700">
                  <a:extLst>
                    <a:ext uri="{9D8B030D-6E8A-4147-A177-3AD203B41FA5}">
                      <a16:colId xmlns:a16="http://schemas.microsoft.com/office/drawing/2014/main" val="2735647876"/>
                    </a:ext>
                  </a:extLst>
                </a:gridCol>
                <a:gridCol w="3632200">
                  <a:extLst>
                    <a:ext uri="{9D8B030D-6E8A-4147-A177-3AD203B41FA5}">
                      <a16:colId xmlns:a16="http://schemas.microsoft.com/office/drawing/2014/main" val="3457705466"/>
                    </a:ext>
                  </a:extLst>
                </a:gridCol>
                <a:gridCol w="1701800">
                  <a:extLst>
                    <a:ext uri="{9D8B030D-6E8A-4147-A177-3AD203B41FA5}">
                      <a16:colId xmlns:a16="http://schemas.microsoft.com/office/drawing/2014/main" val="1837356249"/>
                    </a:ext>
                  </a:extLst>
                </a:gridCol>
              </a:tblGrid>
              <a:tr h="546100">
                <a:tc>
                  <a:txBody>
                    <a:bodyPr/>
                    <a:lstStyle/>
                    <a:p>
                      <a:pPr algn="l"/>
                      <a:r>
                        <a:rPr lang="fr-FR" sz="1800" b="1" dirty="0">
                          <a:solidFill>
                            <a:srgbClr val="FFFFFF"/>
                          </a:solidFill>
                          <a:latin typeface="Arial" panose="020B0604020202020204" pitchFamily="34" charset="0"/>
                        </a:rPr>
                        <a:t>Poste AWS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Tarif et unité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Quantité / fréquence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Coût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955420173"/>
                  </a:ext>
                </a:extLst>
              </a:tr>
              <a:tr h="546100">
                <a:tc>
                  <a:txBody>
                    <a:bodyPr/>
                    <a:lstStyle/>
                    <a:p>
                      <a:pPr algn="l"/>
                      <a:r>
                        <a:rPr lang="fr-FR" sz="1800" b="0" dirty="0">
                          <a:solidFill>
                            <a:srgbClr val="172F43"/>
                          </a:solidFill>
                          <a:latin typeface="Arial" panose="020B0604020202020204" pitchFamily="34" charset="0"/>
                        </a:rPr>
                        <a:t>Machine + adresse IPv4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0,1851 € / heure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30 h, une seule fois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5,55 €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58745357"/>
                  </a:ext>
                </a:extLst>
              </a:tr>
              <a:tr h="546100">
                <a:tc>
                  <a:txBody>
                    <a:bodyPr/>
                    <a:lstStyle/>
                    <a:p>
                      <a:pPr algn="l"/>
                      <a:r>
                        <a:rPr lang="fr-FR" sz="1800" b="0" dirty="0">
                          <a:solidFill>
                            <a:srgbClr val="172F43"/>
                          </a:solidFill>
                          <a:latin typeface="Arial" panose="020B0604020202020204" pitchFamily="34" charset="0"/>
                        </a:rPr>
                        <a:t>Disque de travail, 50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mois de conservation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21319609"/>
                  </a:ext>
                </a:extLst>
              </a:tr>
              <a:tr h="546100">
                <a:tc>
                  <a:txBody>
                    <a:bodyPr/>
                    <a:lstStyle/>
                    <a:p>
                      <a:pPr algn="l"/>
                      <a:r>
                        <a:rPr lang="fr-FR" sz="1800" b="0" dirty="0">
                          <a:solidFill>
                            <a:srgbClr val="172F43"/>
                          </a:solidFill>
                          <a:latin typeface="Arial" panose="020B0604020202020204" pitchFamily="34" charset="0"/>
                        </a:rPr>
                        <a:t>Images et accès au stockage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 0,01 € / </a:t>
                      </a:r>
                      <a:r>
                        <a:rPr lang="fr-FR" sz="1800" b="0" dirty="0" err="1">
                          <a:solidFill>
                            <a:srgbClr val="172F43"/>
                          </a:solidFill>
                          <a:latin typeface="Arial" panose="020B0604020202020204" pitchFamily="34" charset="0"/>
                        </a:rPr>
                        <a:t>dataset</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37 Mo ; 1 envoi + 1 lecture/image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0,01 €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72978847"/>
                  </a:ext>
                </a:extLst>
              </a:tr>
              <a:tr h="546100">
                <a:tc>
                  <a:txBody>
                    <a:bodyPr/>
                    <a:lstStyle/>
                    <a:p>
                      <a:pPr algn="l"/>
                      <a:r>
                        <a:rPr lang="fr-FR" sz="1800" b="1" dirty="0">
                          <a:solidFill>
                            <a:srgbClr val="172F43"/>
                          </a:solidFill>
                          <a:latin typeface="Arial" panose="020B0604020202020204" pitchFamily="34" charset="0"/>
                        </a:rPr>
                        <a:t>TOTAL CLOUD</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endParaRPr lang="fr-FR" sz="1800" b="1"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Pour ce prototype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9,71 €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615766142"/>
                  </a:ext>
                </a:extLst>
              </a:tr>
            </a:tbl>
          </a:graphicData>
        </a:graphic>
      </p:graphicFrame>
      <p:sp>
        <p:nvSpPr>
          <p:cNvPr id="7" name="ZoneTexte 6">
            <a:extLst>
              <a:ext uri="{FF2B5EF4-FFF2-40B4-BE49-F238E27FC236}">
                <a16:creationId xmlns:a16="http://schemas.microsoft.com/office/drawing/2014/main" id="{C432A5C9-12EA-DA99-0FCB-2F9512AC8DF2}"/>
              </a:ext>
            </a:extLst>
          </p:cNvPr>
          <p:cNvSpPr txBox="1"/>
          <p:nvPr/>
        </p:nvSpPr>
        <p:spPr>
          <a:xfrm>
            <a:off x="609600" y="5676899"/>
            <a:ext cx="10972800" cy="6096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Les essais et les entraînements sont inclus dans les 30 h de VM. Le temps humain reste à chiffrer : 30 h × tarif horaire.</a:t>
            </a:r>
          </a:p>
        </p:txBody>
      </p:sp>
      <p:sp>
        <p:nvSpPr>
          <p:cNvPr id="8" name="ZoneTexte 7">
            <a:extLst>
              <a:ext uri="{FF2B5EF4-FFF2-40B4-BE49-F238E27FC236}">
                <a16:creationId xmlns:a16="http://schemas.microsoft.com/office/drawing/2014/main" id="{212ACBF9-EE04-D6BB-D6A2-52FB45346437}"/>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EUR HT : prix AWS Paris au 09/10/2026, convertis au taux BCE du 08/10/2026 (1 € = 1,1186 $).</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05DED1B-349B-C9E5-7EC5-23CA9D7782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3" name="ZoneTexte 2">
            <a:extLst>
              <a:ext uri="{FF2B5EF4-FFF2-40B4-BE49-F238E27FC236}">
                <a16:creationId xmlns:a16="http://schemas.microsoft.com/office/drawing/2014/main" id="{4777E6CD-C65A-EBC2-C3BB-449671BF828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4 millions d'images : en une fois ou sur un an</a:t>
            </a:r>
          </a:p>
        </p:txBody>
      </p:sp>
      <p:cxnSp>
        <p:nvCxnSpPr>
          <p:cNvPr id="4" name="Connecteur droit 3">
            <a:extLst>
              <a:ext uri="{FF2B5EF4-FFF2-40B4-BE49-F238E27FC236}">
                <a16:creationId xmlns:a16="http://schemas.microsoft.com/office/drawing/2014/main" id="{6A856810-1B84-C646-0855-A23AB711FDD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A4B6A669-39BF-7B9E-FC91-1DECCE736412}"/>
              </a:ext>
            </a:extLst>
          </p:cNvPr>
          <p:cNvSpPr txBox="1"/>
          <p:nvPr/>
        </p:nvSpPr>
        <p:spPr>
          <a:xfrm>
            <a:off x="609600" y="17144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Modèle déjà entraîné. Hypothèse de coût : 8,2 h de VM pour 4 M images, soit 41 min par lot mensuel. Durée AWS à vérifier.</a:t>
            </a:r>
          </a:p>
        </p:txBody>
      </p:sp>
      <p:graphicFrame>
        <p:nvGraphicFramePr>
          <p:cNvPr id="6" name="Tableau 5">
            <a:extLst>
              <a:ext uri="{FF2B5EF4-FFF2-40B4-BE49-F238E27FC236}">
                <a16:creationId xmlns:a16="http://schemas.microsoft.com/office/drawing/2014/main" id="{20C25E09-528B-6938-069B-34D0D4888C26}"/>
              </a:ext>
            </a:extLst>
          </p:cNvPr>
          <p:cNvGraphicFramePr>
            <a:graphicFrameLocks noGrp="1"/>
          </p:cNvGraphicFramePr>
          <p:nvPr>
            <p:extLst>
              <p:ext uri="{D42A27DB-BD31-4B8C-83A1-F6EECF244321}">
                <p14:modId xmlns:p14="http://schemas.microsoft.com/office/powerpoint/2010/main" val="2437748671"/>
              </p:ext>
            </p:extLst>
          </p:nvPr>
        </p:nvGraphicFramePr>
        <p:xfrm>
          <a:off x="609600" y="2438400"/>
          <a:ext cx="10972800" cy="3200400"/>
        </p:xfrm>
        <a:graphic>
          <a:graphicData uri="http://schemas.openxmlformats.org/drawingml/2006/table">
            <a:tbl>
              <a:tblPr firstRow="1" bandRow="1">
                <a:tableStyleId>{5C22544A-7EE6-4342-B048-85BDC9FD1C3A}</a:tableStyleId>
              </a:tblPr>
              <a:tblGrid>
                <a:gridCol w="5054600">
                  <a:extLst>
                    <a:ext uri="{9D8B030D-6E8A-4147-A177-3AD203B41FA5}">
                      <a16:colId xmlns:a16="http://schemas.microsoft.com/office/drawing/2014/main" val="96676634"/>
                    </a:ext>
                  </a:extLst>
                </a:gridCol>
                <a:gridCol w="2819400">
                  <a:extLst>
                    <a:ext uri="{9D8B030D-6E8A-4147-A177-3AD203B41FA5}">
                      <a16:colId xmlns:a16="http://schemas.microsoft.com/office/drawing/2014/main" val="1379826535"/>
                    </a:ext>
                  </a:extLst>
                </a:gridCol>
                <a:gridCol w="3098800">
                  <a:extLst>
                    <a:ext uri="{9D8B030D-6E8A-4147-A177-3AD203B41FA5}">
                      <a16:colId xmlns:a16="http://schemas.microsoft.com/office/drawing/2014/main" val="4030880562"/>
                    </a:ext>
                  </a:extLst>
                </a:gridCol>
              </a:tblGrid>
              <a:tr h="596900">
                <a:tc>
                  <a:txBody>
                    <a:bodyPr/>
                    <a:lstStyle/>
                    <a:p>
                      <a:pPr algn="l"/>
                      <a:r>
                        <a:rPr lang="fr-FR" sz="1700" b="1" dirty="0">
                          <a:solidFill>
                            <a:srgbClr val="FFFFFF"/>
                          </a:solidFill>
                          <a:latin typeface="Arial" panose="020B0604020202020204" pitchFamily="34" charset="0"/>
                        </a:rPr>
                        <a:t>Dépense sur 12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En une fois
4 M au mois 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Glissant, année 1
≈ 333 333 images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863144696"/>
                  </a:ext>
                </a:extLst>
              </a:tr>
              <a:tr h="596900">
                <a:tc>
                  <a:txBody>
                    <a:bodyPr/>
                    <a:lstStyle/>
                    <a:p>
                      <a:pPr algn="l"/>
                      <a:r>
                        <a:rPr lang="fr-FR" sz="1700" b="0" dirty="0">
                          <a:solidFill>
                            <a:srgbClr val="172F43"/>
                          </a:solidFill>
                          <a:latin typeface="Arial" panose="020B0604020202020204" pitchFamily="34" charset="0"/>
                        </a:rPr>
                        <a:t>Machine : 0,1851 € / heure
8,2 h de VM dans l'année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1,52 €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1,52 €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1195036"/>
                  </a:ext>
                </a:extLst>
              </a:tr>
              <a:tr h="596900">
                <a:tc>
                  <a:txBody>
                    <a:bodyPr/>
                    <a:lstStyle/>
                    <a:p>
                      <a:pPr algn="l"/>
                      <a:r>
                        <a:rPr lang="fr-FR" sz="1700" b="0" dirty="0">
                          <a:solidFill>
                            <a:srgbClr val="172F43"/>
                          </a:solidFill>
                          <a:latin typeface="Arial" panose="020B0604020202020204" pitchFamily="34" charset="0"/>
                        </a:rPr>
                        <a:t>Images : ≈ 99 Go, 12 mois / image
1,98 € / mois au stock complet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23,74 €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12,86 €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93271420"/>
                  </a:ext>
                </a:extLst>
              </a:tr>
              <a:tr h="444500">
                <a:tc>
                  <a:txBody>
                    <a:bodyPr/>
                    <a:lstStyle/>
                    <a:p>
                      <a:pPr algn="l"/>
                      <a:r>
                        <a:rPr lang="fr-FR" sz="1700" b="0" dirty="0">
                          <a:solidFill>
                            <a:srgbClr val="172F43"/>
                          </a:solidFill>
                          <a:latin typeface="Arial" panose="020B0604020202020204" pitchFamily="34" charset="0"/>
                        </a:rPr>
                        <a:t>Disque : 50 Gio à 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 mois : 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12 mois : 49,78 €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238359257"/>
                  </a:ext>
                </a:extLst>
              </a:tr>
              <a:tr h="444500">
                <a:tc>
                  <a:txBody>
                    <a:bodyPr/>
                    <a:lstStyle/>
                    <a:p>
                      <a:pPr algn="l"/>
                      <a:r>
                        <a:rPr lang="fr-FR" sz="1700" b="0" dirty="0">
                          <a:solidFill>
                            <a:srgbClr val="172F43"/>
                          </a:solidFill>
                          <a:latin typeface="Arial" panose="020B0604020202020204" pitchFamily="34" charset="0"/>
                        </a:rPr>
                        <a:t>Accès : 1 envoi + 1 lecture /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 (≈ 1,70 € / lot)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785586077"/>
                  </a:ext>
                </a:extLst>
              </a:tr>
              <a:tr h="444500">
                <a:tc>
                  <a:txBody>
                    <a:bodyPr/>
                    <a:lstStyle/>
                    <a:p>
                      <a:pPr algn="l"/>
                      <a:r>
                        <a:rPr lang="fr-FR" sz="1700" b="1" dirty="0">
                          <a:solidFill>
                            <a:srgbClr val="172F43"/>
                          </a:solidFill>
                          <a:latin typeface="Arial" panose="020B0604020202020204" pitchFamily="34" charset="0"/>
                        </a:rPr>
                        <a:t>TOTAL CLOUD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49,86 €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84,61 €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30669867"/>
                  </a:ext>
                </a:extLst>
              </a:tr>
            </a:tbl>
          </a:graphicData>
        </a:graphic>
      </p:graphicFrame>
      <p:sp>
        <p:nvSpPr>
          <p:cNvPr id="7" name="ZoneTexte 6">
            <a:extLst>
              <a:ext uri="{FF2B5EF4-FFF2-40B4-BE49-F238E27FC236}">
                <a16:creationId xmlns:a16="http://schemas.microsoft.com/office/drawing/2014/main" id="{512FF550-847B-71B3-C561-B8374BA9A8F9}"/>
              </a:ext>
            </a:extLst>
          </p:cNvPr>
          <p:cNvSpPr txBox="1"/>
          <p:nvPr/>
        </p:nvSpPr>
        <p:spPr>
          <a:xfrm>
            <a:off x="609600" y="5740399"/>
            <a:ext cx="10972800" cy="5461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Stockage des images : 0,17 à 1,98 € / mois en année 1. Ensuite : total cloud de 95,49 € / an.
VM arrêtée entre les lots ; disque supprimé après le lot unique.</a:t>
            </a:r>
            <a:endParaRPr lang="fr-FR" sz="1700" dirty="0">
              <a:solidFill>
                <a:srgbClr val="172F43"/>
              </a:solidFill>
              <a:latin typeface="Arial" panose="020B0604020202020204" pitchFamily="34" charset="0"/>
            </a:endParaRPr>
          </a:p>
        </p:txBody>
      </p:sp>
      <p:sp>
        <p:nvSpPr>
          <p:cNvPr id="8" name="ZoneTexte 7">
            <a:extLst>
              <a:ext uri="{FF2B5EF4-FFF2-40B4-BE49-F238E27FC236}">
                <a16:creationId xmlns:a16="http://schemas.microsoft.com/office/drawing/2014/main" id="{AD83A54A-A380-D9A1-F201-B0B1C725A36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Infrastructure seule, hors prototype, taxes et contrôle humain. Une copie des images ; aucune sauvegarde supplémentaire.</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CDB70433-21BE-19FC-6D65-48402753D0D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3" name="ZoneTexte 2">
            <a:extLst>
              <a:ext uri="{FF2B5EF4-FFF2-40B4-BE49-F238E27FC236}">
                <a16:creationId xmlns:a16="http://schemas.microsoft.com/office/drawing/2014/main" id="{7D685559-87D0-2E95-5996-AF52C15A0392}"/>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Limites techniques du passage à l'échelle</a:t>
            </a:r>
          </a:p>
        </p:txBody>
      </p:sp>
      <p:cxnSp>
        <p:nvCxnSpPr>
          <p:cNvPr id="4" name="Connecteur droit 3">
            <a:extLst>
              <a:ext uri="{FF2B5EF4-FFF2-40B4-BE49-F238E27FC236}">
                <a16:creationId xmlns:a16="http://schemas.microsoft.com/office/drawing/2014/main" id="{6AFEEACE-B718-8A22-21F8-9131C0DAB8D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3845D237-FF1D-98BD-7FBA-35E81B41541F}"/>
              </a:ext>
            </a:extLst>
          </p:cNvPr>
          <p:cNvSpPr txBox="1"/>
          <p:nvPr/>
        </p:nvSpPr>
        <p:spPr>
          <a:xfrm>
            <a:off x="609600" y="1701799"/>
            <a:ext cx="10972800" cy="5588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Après égalisation, en local : 1 000 images en 7,4 s → 8,2 h estimées pour 4 M. Le débit AWS reste inconnu.</a:t>
            </a:r>
          </a:p>
        </p:txBody>
      </p:sp>
      <p:graphicFrame>
        <p:nvGraphicFramePr>
          <p:cNvPr id="6" name="Tableau 5">
            <a:extLst>
              <a:ext uri="{FF2B5EF4-FFF2-40B4-BE49-F238E27FC236}">
                <a16:creationId xmlns:a16="http://schemas.microsoft.com/office/drawing/2014/main" id="{92DBE353-F800-D13B-3486-52409180C4C0}"/>
              </a:ext>
            </a:extLst>
          </p:cNvPr>
          <p:cNvGraphicFramePr>
            <a:graphicFrameLocks noGrp="1"/>
          </p:cNvGraphicFramePr>
          <p:nvPr>
            <p:extLst>
              <p:ext uri="{D42A27DB-BD31-4B8C-83A1-F6EECF244321}">
                <p14:modId xmlns:p14="http://schemas.microsoft.com/office/powerpoint/2010/main" val="2197920771"/>
              </p:ext>
            </p:extLst>
          </p:nvPr>
        </p:nvGraphicFramePr>
        <p:xfrm>
          <a:off x="609600" y="2476500"/>
          <a:ext cx="10972800" cy="3644900"/>
        </p:xfrm>
        <a:graphic>
          <a:graphicData uri="http://schemas.openxmlformats.org/drawingml/2006/table">
            <a:tbl>
              <a:tblPr firstRow="1" bandRow="1">
                <a:tableStyleId>{5C22544A-7EE6-4342-B048-85BDC9FD1C3A}</a:tableStyleId>
              </a:tblPr>
              <a:tblGrid>
                <a:gridCol w="1955800">
                  <a:extLst>
                    <a:ext uri="{9D8B030D-6E8A-4147-A177-3AD203B41FA5}">
                      <a16:colId xmlns:a16="http://schemas.microsoft.com/office/drawing/2014/main" val="232022869"/>
                    </a:ext>
                  </a:extLst>
                </a:gridCol>
                <a:gridCol w="3835400">
                  <a:extLst>
                    <a:ext uri="{9D8B030D-6E8A-4147-A177-3AD203B41FA5}">
                      <a16:colId xmlns:a16="http://schemas.microsoft.com/office/drawing/2014/main" val="654276186"/>
                    </a:ext>
                  </a:extLst>
                </a:gridCol>
                <a:gridCol w="5181600">
                  <a:extLst>
                    <a:ext uri="{9D8B030D-6E8A-4147-A177-3AD203B41FA5}">
                      <a16:colId xmlns:a16="http://schemas.microsoft.com/office/drawing/2014/main" val="1848682824"/>
                    </a:ext>
                  </a:extLst>
                </a:gridCol>
              </a:tblGrid>
              <a:tr h="728980">
                <a:tc>
                  <a:txBody>
                    <a:bodyPr/>
                    <a:lstStyle/>
                    <a:p>
                      <a:pPr algn="l"/>
                      <a:r>
                        <a:rPr lang="fr-FR" sz="1700" b="1" dirty="0">
                          <a:solidFill>
                            <a:srgbClr val="FFFFFF"/>
                          </a:solidFill>
                          <a:latin typeface="Arial" panose="020B0604020202020204" pitchFamily="34" charset="0"/>
                        </a:rPr>
                        <a:t>Limite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700" b="1" dirty="0">
                          <a:solidFill>
                            <a:srgbClr val="FFFFFF"/>
                          </a:solidFill>
                          <a:latin typeface="Arial" panose="020B0604020202020204" pitchFamily="34" charset="0"/>
                        </a:rPr>
                        <a:t>Constat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700" b="1" dirty="0">
                          <a:solidFill>
                            <a:srgbClr val="FFFFFF"/>
                          </a:solidFill>
                          <a:latin typeface="Arial" panose="020B0604020202020204" pitchFamily="34" charset="0"/>
                        </a:rPr>
                        <a:t>Condition pour traiter 4 M images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289385982"/>
                  </a:ext>
                </a:extLst>
              </a:tr>
              <a:tr h="728980">
                <a:tc>
                  <a:txBody>
                    <a:bodyPr/>
                    <a:lstStyle/>
                    <a:p>
                      <a:pPr algn="l"/>
                      <a:r>
                        <a:rPr lang="fr-FR" sz="1700" b="0" dirty="0">
                          <a:solidFill>
                            <a:srgbClr val="172F43"/>
                          </a:solidFill>
                          <a:latin typeface="Arial" panose="020B0604020202020204" pitchFamily="34" charset="0"/>
                        </a:rPr>
                        <a:t>RAM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Pic local du processus Python : 3,24 Gio, modèles déjà chargés.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Chargement par lots obligatoire : 4 M tenseurs occupent ≈ 2,2 Tio. VM prévue : 8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736333654"/>
                  </a:ext>
                </a:extLst>
              </a:tr>
              <a:tr h="728980">
                <a:tc>
                  <a:txBody>
                    <a:bodyPr/>
                    <a:lstStyle/>
                    <a:p>
                      <a:pPr algn="l"/>
                      <a:r>
                        <a:rPr lang="fr-FR" sz="1700" b="0" dirty="0">
                          <a:solidFill>
                            <a:srgbClr val="172F43"/>
                          </a:solidFill>
                          <a:latin typeface="Arial" panose="020B0604020202020204" pitchFamily="34" charset="0"/>
                        </a:rPr>
                        <a:t>Lecture et calcul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4 M petits fichiers peuvent ralentir la lecture et le décodage.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Mesurer le débit AWS, précharger les lots. GPU à tester si le CNN limite la vitesse.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481920787"/>
                  </a:ext>
                </a:extLst>
              </a:tr>
              <a:tr h="728980">
                <a:tc>
                  <a:txBody>
                    <a:bodyPr/>
                    <a:lstStyle/>
                    <a:p>
                      <a:pPr algn="l"/>
                      <a:r>
                        <a:rPr lang="fr-FR" sz="1700" b="0" dirty="0">
                          <a:solidFill>
                            <a:srgbClr val="172F43"/>
                          </a:solidFill>
                          <a:latin typeface="Arial" panose="020B0604020202020204" pitchFamily="34" charset="0"/>
                        </a:rPr>
                        <a:t>Taille des fichiers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Chiffrage pour des JPEG de 24,75 ko / image, soit ≈ 99 Go.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Mesurer les fichiers reçus : des PNG plus lourds augmenteraient le volume et la durée.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753109267"/>
                  </a:ext>
                </a:extLst>
              </a:tr>
              <a:tr h="728980">
                <a:tc>
                  <a:txBody>
                    <a:bodyPr/>
                    <a:lstStyle/>
                    <a:p>
                      <a:pPr algn="l"/>
                      <a:r>
                        <a:rPr lang="fr-FR" sz="1700" b="0" dirty="0">
                          <a:solidFill>
                            <a:srgbClr val="172F43"/>
                          </a:solidFill>
                          <a:latin typeface="Arial" panose="020B0604020202020204" pitchFamily="34" charset="0"/>
                        </a:rPr>
                        <a:t>Qualité des labels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Seulement 20 images connues sont réservées au test.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Vérifier la qualité sur un échantillon représentatif du nouveau </a:t>
                      </a:r>
                      <a:r>
                        <a:rPr lang="fr-FR" sz="1700" b="0" dirty="0" err="1">
                          <a:solidFill>
                            <a:srgbClr val="172F43"/>
                          </a:solidFill>
                          <a:latin typeface="Arial" panose="020B0604020202020204" pitchFamily="34" charset="0"/>
                        </a:rPr>
                        <a:t>dataset</a:t>
                      </a:r>
                      <a:r>
                        <a:rPr lang="fr-FR" sz="1700" b="0" dirty="0">
                          <a:solidFill>
                            <a:srgbClr val="172F43"/>
                          </a:solidFill>
                          <a:latin typeface="Arial" panose="020B0604020202020204" pitchFamily="34" charset="0"/>
                        </a:rPr>
                        <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129332114"/>
                  </a:ext>
                </a:extLst>
              </a:tr>
            </a:tbl>
          </a:graphicData>
        </a:graphic>
      </p:graphicFrame>
      <p:sp>
        <p:nvSpPr>
          <p:cNvPr id="7" name="ZoneTexte 6">
            <a:extLst>
              <a:ext uri="{FF2B5EF4-FFF2-40B4-BE49-F238E27FC236}">
                <a16:creationId xmlns:a16="http://schemas.microsoft.com/office/drawing/2014/main" id="{76FE1D48-151F-584C-7454-1B5C84FEC8F5}"/>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Conditions : débit et RAM à vérifier sur AWS ; données plus lourdes, réentraînements et contrôle humain à rechiffrer.</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3948</Words>
  <Application>Microsoft Office PowerPoint</Application>
  <PresentationFormat>Grand écran</PresentationFormat>
  <Paragraphs>347</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12</cp:revision>
  <dcterms:created xsi:type="dcterms:W3CDTF">2026-10-09T08:40:36Z</dcterms:created>
  <dcterms:modified xsi:type="dcterms:W3CDTF">2026-10-09T12:46:59Z</dcterms:modified>
</cp:coreProperties>
</file>