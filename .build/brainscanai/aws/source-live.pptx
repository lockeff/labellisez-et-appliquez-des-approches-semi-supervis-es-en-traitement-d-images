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2" r:id="rId9"/>
    <p:sldId id="264" r:id="rId10"/>
    <p:sldId id="266"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983</Words>
  <Application>Microsoft Office PowerPoint</Application>
  <PresentationFormat>Grand écran</PresentationFormat>
  <Paragraphs>228</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7</cp:revision>
  <dcterms:created xsi:type="dcterms:W3CDTF">2026-10-09T08:40:36Z</dcterms:created>
  <dcterms:modified xsi:type="dcterms:W3CDTF">2026-10-09T11:39:50Z</dcterms:modified>
</cp:coreProperties>
</file>