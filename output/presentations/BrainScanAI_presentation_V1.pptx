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2" r:id="rId9"/>
    <p:sldId id="264" r:id="rId10"/>
    <p:sldId id="266" r:id="rId11"/>
    <p:sldId id="267" r:id="rId12"/>
    <p:sldId id="268" r:id="rId13"/>
    <p:sldId id="269"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c:style val="2"/>
  <c:chart>
    <c:autoTitleDeleted val="1"/>
    <c:plotArea>
      <c:layout/>
      <c:scatterChart>
        <c:scatterStyle val="lineMarker"/>
        <c:varyColors val="0"/>
        <c:ser>
          <c:idx val="0"/>
          <c:order val="0"/>
          <c:tx>
            <c:v>Groupe 0</c:v>
          </c:tx>
          <c:spPr>
            <a:ln w="12700">
              <a:noFill/>
            </a:ln>
          </c:spPr>
          <c:marker>
            <c:symbol val="circle"/>
            <c:size val="3"/>
            <c:spPr>
              <a:solidFill>
                <a:srgbClr val="3978A9"/>
              </a:solidFill>
              <a:ln w="12700">
                <a:solidFill>
                  <a:srgbClr val="3978A9"/>
                </a:solidFill>
              </a:ln>
            </c:spPr>
          </c:marker>
          <c:xVal>
            <c:numRef>
              <c:f>Sheet1!$A$2:$A$566</c:f>
              <c:numCache>
                <c:formatCode>General</c:formatCode>
                <c:ptCount val="565"/>
                <c:pt idx="0">
                  <c:v>-3.5901857772493311</c:v>
                </c:pt>
                <c:pt idx="1">
                  <c:v>-12.873069110302993</c:v>
                </c:pt>
                <c:pt idx="2">
                  <c:v>-3.0523314256866354</c:v>
                </c:pt>
                <c:pt idx="3">
                  <c:v>-0.89459361949221838</c:v>
                </c:pt>
                <c:pt idx="4">
                  <c:v>-10.670521450866147</c:v>
                </c:pt>
                <c:pt idx="5">
                  <c:v>-5.9268329717673014</c:v>
                </c:pt>
                <c:pt idx="6">
                  <c:v>-6.9026923294213471</c:v>
                </c:pt>
                <c:pt idx="7">
                  <c:v>-2.1531924392444597</c:v>
                </c:pt>
                <c:pt idx="8">
                  <c:v>-0.79608095531216028</c:v>
                </c:pt>
                <c:pt idx="9">
                  <c:v>-3.7435020760181258E-2</c:v>
                </c:pt>
                <c:pt idx="10">
                  <c:v>-10.738986512566974</c:v>
                </c:pt>
                <c:pt idx="11">
                  <c:v>-7.0196558158270648</c:v>
                </c:pt>
                <c:pt idx="12">
                  <c:v>-2.0937039722707742</c:v>
                </c:pt>
                <c:pt idx="13">
                  <c:v>-7.8501151320226086</c:v>
                </c:pt>
                <c:pt idx="14">
                  <c:v>-2.3252232341486723</c:v>
                </c:pt>
                <c:pt idx="15">
                  <c:v>-9.595061674296792</c:v>
                </c:pt>
                <c:pt idx="16">
                  <c:v>-2.1558112853335865</c:v>
                </c:pt>
                <c:pt idx="17">
                  <c:v>-7.4675930100335401</c:v>
                </c:pt>
                <c:pt idx="18">
                  <c:v>-1.7125818010842375</c:v>
                </c:pt>
                <c:pt idx="19">
                  <c:v>-10.557188193118343</c:v>
                </c:pt>
                <c:pt idx="20">
                  <c:v>-9.5382764074195165</c:v>
                </c:pt>
                <c:pt idx="21">
                  <c:v>-9.419124037618344</c:v>
                </c:pt>
                <c:pt idx="22">
                  <c:v>-5.7539114378561438</c:v>
                </c:pt>
                <c:pt idx="23">
                  <c:v>-5.1560793955879278</c:v>
                </c:pt>
                <c:pt idx="24">
                  <c:v>-5.0479410452043414</c:v>
                </c:pt>
                <c:pt idx="25">
                  <c:v>-9.0283665456210436</c:v>
                </c:pt>
                <c:pt idx="26">
                  <c:v>-10.559788684712689</c:v>
                </c:pt>
                <c:pt idx="27">
                  <c:v>-8.7225470328127024</c:v>
                </c:pt>
                <c:pt idx="28">
                  <c:v>-7.0918092729395426</c:v>
                </c:pt>
                <c:pt idx="29">
                  <c:v>-1.1343641133083417</c:v>
                </c:pt>
                <c:pt idx="30">
                  <c:v>-1.16214027407279</c:v>
                </c:pt>
                <c:pt idx="31">
                  <c:v>-5.5773473989041031</c:v>
                </c:pt>
                <c:pt idx="32">
                  <c:v>-8.8412259891719035E-3</c:v>
                </c:pt>
                <c:pt idx="33">
                  <c:v>-1.6485360178334847</c:v>
                </c:pt>
                <c:pt idx="34">
                  <c:v>-6.6624935501520444</c:v>
                </c:pt>
                <c:pt idx="35">
                  <c:v>-8.3746438922934949</c:v>
                </c:pt>
                <c:pt idx="36">
                  <c:v>-8.8969240147384792</c:v>
                </c:pt>
                <c:pt idx="37">
                  <c:v>-6.0849265499482099</c:v>
                </c:pt>
                <c:pt idx="38">
                  <c:v>-11.875429207925537</c:v>
                </c:pt>
                <c:pt idx="39">
                  <c:v>-0.70739070626497824</c:v>
                </c:pt>
                <c:pt idx="40">
                  <c:v>-10.078328158746814</c:v>
                </c:pt>
                <c:pt idx="41">
                  <c:v>-3.59904444781463</c:v>
                </c:pt>
                <c:pt idx="42">
                  <c:v>0.15730843426619245</c:v>
                </c:pt>
                <c:pt idx="43">
                  <c:v>-10.418208551656008</c:v>
                </c:pt>
                <c:pt idx="44">
                  <c:v>-2.8609720886748926</c:v>
                </c:pt>
                <c:pt idx="45">
                  <c:v>-7.4187270084575889</c:v>
                </c:pt>
                <c:pt idx="46">
                  <c:v>-7.7634883957180394</c:v>
                </c:pt>
                <c:pt idx="47">
                  <c:v>-6.955172577650897</c:v>
                </c:pt>
                <c:pt idx="48">
                  <c:v>-3.2114394639794588</c:v>
                </c:pt>
                <c:pt idx="49">
                  <c:v>-8.8246711614157256</c:v>
                </c:pt>
                <c:pt idx="50">
                  <c:v>-12.068949804045451</c:v>
                </c:pt>
                <c:pt idx="51">
                  <c:v>-5.9952911770584381</c:v>
                </c:pt>
                <c:pt idx="52">
                  <c:v>-5.1619487723142354</c:v>
                </c:pt>
                <c:pt idx="53">
                  <c:v>-12.861869888845636</c:v>
                </c:pt>
                <c:pt idx="54">
                  <c:v>-2.724645567495239</c:v>
                </c:pt>
                <c:pt idx="55">
                  <c:v>-4.2249240275088971</c:v>
                </c:pt>
                <c:pt idx="56">
                  <c:v>-7.3393286660439179</c:v>
                </c:pt>
                <c:pt idx="57">
                  <c:v>-5.2844268051517744</c:v>
                </c:pt>
                <c:pt idx="58">
                  <c:v>-5.1005802590919167</c:v>
                </c:pt>
                <c:pt idx="59">
                  <c:v>-10.398192076121855</c:v>
                </c:pt>
                <c:pt idx="60">
                  <c:v>-5.9833349366884212</c:v>
                </c:pt>
                <c:pt idx="61">
                  <c:v>-5.8069598380410055</c:v>
                </c:pt>
                <c:pt idx="62">
                  <c:v>-2.7733184601635266</c:v>
                </c:pt>
                <c:pt idx="63">
                  <c:v>-7.6100211634757651</c:v>
                </c:pt>
                <c:pt idx="64">
                  <c:v>-9.5320114942234362</c:v>
                </c:pt>
                <c:pt idx="65">
                  <c:v>-0.57565840549061376</c:v>
                </c:pt>
                <c:pt idx="66">
                  <c:v>-13.396447849992057</c:v>
                </c:pt>
                <c:pt idx="67">
                  <c:v>-11.299654732220496</c:v>
                </c:pt>
                <c:pt idx="68">
                  <c:v>-6.6850556688740346</c:v>
                </c:pt>
                <c:pt idx="69">
                  <c:v>-11.839622002370788</c:v>
                </c:pt>
                <c:pt idx="70">
                  <c:v>1.2807582658105152</c:v>
                </c:pt>
                <c:pt idx="71">
                  <c:v>-6.3881944359516432</c:v>
                </c:pt>
                <c:pt idx="72">
                  <c:v>-1.5381975755858404</c:v>
                </c:pt>
                <c:pt idx="73">
                  <c:v>-13.902432290977046</c:v>
                </c:pt>
                <c:pt idx="74">
                  <c:v>-6.5783581608504145</c:v>
                </c:pt>
                <c:pt idx="75">
                  <c:v>-0.6961124993137825</c:v>
                </c:pt>
                <c:pt idx="76">
                  <c:v>-4.7368343601520939</c:v>
                </c:pt>
                <c:pt idx="77">
                  <c:v>0.91592271288155669</c:v>
                </c:pt>
                <c:pt idx="78">
                  <c:v>-1.1426000531719129</c:v>
                </c:pt>
                <c:pt idx="79">
                  <c:v>-11.242057896765436</c:v>
                </c:pt>
                <c:pt idx="80">
                  <c:v>-6.6941169795598663</c:v>
                </c:pt>
                <c:pt idx="81">
                  <c:v>-5.4074711446569088</c:v>
                </c:pt>
                <c:pt idx="82">
                  <c:v>-5.452579908705621</c:v>
                </c:pt>
                <c:pt idx="83">
                  <c:v>-8.0400318771687633</c:v>
                </c:pt>
                <c:pt idx="84">
                  <c:v>-1.3725966529053961</c:v>
                </c:pt>
                <c:pt idx="85">
                  <c:v>-8.242701373661399</c:v>
                </c:pt>
                <c:pt idx="86">
                  <c:v>-9.5130293220750346</c:v>
                </c:pt>
                <c:pt idx="87">
                  <c:v>-1.2304788412425895</c:v>
                </c:pt>
                <c:pt idx="88">
                  <c:v>-14.896364843630076</c:v>
                </c:pt>
                <c:pt idx="89">
                  <c:v>-3.292772150371329</c:v>
                </c:pt>
                <c:pt idx="90">
                  <c:v>-10.751178546193186</c:v>
                </c:pt>
                <c:pt idx="91">
                  <c:v>-2.0393770386153416</c:v>
                </c:pt>
                <c:pt idx="92">
                  <c:v>-5.2923009007853006</c:v>
                </c:pt>
                <c:pt idx="93">
                  <c:v>-4.039308582647501</c:v>
                </c:pt>
                <c:pt idx="94">
                  <c:v>-1.4530488316072554</c:v>
                </c:pt>
                <c:pt idx="95">
                  <c:v>-7.3399229694800656</c:v>
                </c:pt>
                <c:pt idx="96">
                  <c:v>-1.1928419850346663</c:v>
                </c:pt>
                <c:pt idx="97">
                  <c:v>-9.0648921637948661</c:v>
                </c:pt>
                <c:pt idx="98">
                  <c:v>-12.842550829035245</c:v>
                </c:pt>
                <c:pt idx="99">
                  <c:v>-14.613412728358844</c:v>
                </c:pt>
                <c:pt idx="100">
                  <c:v>-10.124661142515546</c:v>
                </c:pt>
                <c:pt idx="101">
                  <c:v>-9.7335052226738252</c:v>
                </c:pt>
                <c:pt idx="102">
                  <c:v>-3.9873663699694597</c:v>
                </c:pt>
                <c:pt idx="103">
                  <c:v>-9.946263454502299</c:v>
                </c:pt>
                <c:pt idx="104">
                  <c:v>-9.7337790979308192</c:v>
                </c:pt>
                <c:pt idx="105">
                  <c:v>-6.959612145731084</c:v>
                </c:pt>
                <c:pt idx="106">
                  <c:v>-7.4854660635243739</c:v>
                </c:pt>
                <c:pt idx="107">
                  <c:v>-2.2102916270604407</c:v>
                </c:pt>
                <c:pt idx="108">
                  <c:v>-2.0817082853949409</c:v>
                </c:pt>
                <c:pt idx="109">
                  <c:v>-12.830091491055999</c:v>
                </c:pt>
                <c:pt idx="110">
                  <c:v>-9.2038177485653705</c:v>
                </c:pt>
                <c:pt idx="111">
                  <c:v>-11.569110666235698</c:v>
                </c:pt>
                <c:pt idx="112">
                  <c:v>-9.1238266111056507</c:v>
                </c:pt>
                <c:pt idx="113">
                  <c:v>-6.3961110494125872</c:v>
                </c:pt>
                <c:pt idx="114">
                  <c:v>-6.3531560198480408</c:v>
                </c:pt>
                <c:pt idx="115">
                  <c:v>-3.1978098347985466</c:v>
                </c:pt>
                <c:pt idx="116">
                  <c:v>-1.8565409776062383</c:v>
                </c:pt>
                <c:pt idx="117">
                  <c:v>-10.264774952242421</c:v>
                </c:pt>
                <c:pt idx="118">
                  <c:v>-7.4821837027845737</c:v>
                </c:pt>
                <c:pt idx="119">
                  <c:v>-1.6446744478078512</c:v>
                </c:pt>
                <c:pt idx="120">
                  <c:v>-0.37336723486279888</c:v>
                </c:pt>
                <c:pt idx="121">
                  <c:v>-7.8587304092277437</c:v>
                </c:pt>
                <c:pt idx="122">
                  <c:v>-10.84910475051081</c:v>
                </c:pt>
                <c:pt idx="123">
                  <c:v>-9.879221268321098</c:v>
                </c:pt>
                <c:pt idx="124">
                  <c:v>-10.406577260235849</c:v>
                </c:pt>
                <c:pt idx="125">
                  <c:v>-10.882939519393567</c:v>
                </c:pt>
                <c:pt idx="126">
                  <c:v>-1.4129167674905414</c:v>
                </c:pt>
                <c:pt idx="127">
                  <c:v>-10.10303219073797</c:v>
                </c:pt>
                <c:pt idx="128">
                  <c:v>-8.0165124540248378</c:v>
                </c:pt>
                <c:pt idx="129">
                  <c:v>-3.4341278683737273</c:v>
                </c:pt>
                <c:pt idx="130">
                  <c:v>-2.4813603969829421</c:v>
                </c:pt>
                <c:pt idx="131">
                  <c:v>-3.8408384767094343</c:v>
                </c:pt>
                <c:pt idx="132">
                  <c:v>-7.9470884976787115</c:v>
                </c:pt>
                <c:pt idx="133">
                  <c:v>1.4024702767124333</c:v>
                </c:pt>
                <c:pt idx="134">
                  <c:v>-3.8125165679916915</c:v>
                </c:pt>
                <c:pt idx="135">
                  <c:v>-8.7700186486312131</c:v>
                </c:pt>
                <c:pt idx="136">
                  <c:v>-4.2086244114739495</c:v>
                </c:pt>
                <c:pt idx="137">
                  <c:v>-3.5438909000507115</c:v>
                </c:pt>
                <c:pt idx="138">
                  <c:v>-2.9283728738192374</c:v>
                </c:pt>
                <c:pt idx="139">
                  <c:v>-4.3649298064341817</c:v>
                </c:pt>
                <c:pt idx="140">
                  <c:v>-14.847997792019321</c:v>
                </c:pt>
                <c:pt idx="141">
                  <c:v>-9.9880866399075607</c:v>
                </c:pt>
                <c:pt idx="142">
                  <c:v>-5.4395106967412685</c:v>
                </c:pt>
                <c:pt idx="143">
                  <c:v>-7.084053942986988</c:v>
                </c:pt>
                <c:pt idx="144">
                  <c:v>-1.0196953831264572</c:v>
                </c:pt>
                <c:pt idx="145">
                  <c:v>-4.0277070093806513</c:v>
                </c:pt>
                <c:pt idx="146">
                  <c:v>-3.6774723386527173</c:v>
                </c:pt>
                <c:pt idx="147">
                  <c:v>-3.0222406611206556</c:v>
                </c:pt>
                <c:pt idx="148">
                  <c:v>-4.7804521903475967</c:v>
                </c:pt>
                <c:pt idx="149">
                  <c:v>-6.0379155763688992</c:v>
                </c:pt>
                <c:pt idx="150">
                  <c:v>-2.6165288395109467</c:v>
                </c:pt>
                <c:pt idx="151">
                  <c:v>-2.1567490727327705</c:v>
                </c:pt>
                <c:pt idx="152">
                  <c:v>-9.0675859847031699</c:v>
                </c:pt>
                <c:pt idx="153">
                  <c:v>-2.8044719923179193</c:v>
                </c:pt>
                <c:pt idx="154">
                  <c:v>-13.973052864863169</c:v>
                </c:pt>
                <c:pt idx="155">
                  <c:v>-10.408802738133932</c:v>
                </c:pt>
                <c:pt idx="156">
                  <c:v>-9.076720217885887</c:v>
                </c:pt>
                <c:pt idx="157">
                  <c:v>-10.561748440922852</c:v>
                </c:pt>
                <c:pt idx="158">
                  <c:v>-4.3527005442530111</c:v>
                </c:pt>
                <c:pt idx="159">
                  <c:v>-6.7873399712215301</c:v>
                </c:pt>
                <c:pt idx="160">
                  <c:v>-6.8342430312444051</c:v>
                </c:pt>
                <c:pt idx="161">
                  <c:v>-7.8181291237062478</c:v>
                </c:pt>
                <c:pt idx="162">
                  <c:v>-4.5708038429107791</c:v>
                </c:pt>
                <c:pt idx="163">
                  <c:v>-6.6818779077853732</c:v>
                </c:pt>
                <c:pt idx="164">
                  <c:v>-6.3608147204498922</c:v>
                </c:pt>
                <c:pt idx="165">
                  <c:v>-5.3793997360588435</c:v>
                </c:pt>
                <c:pt idx="166">
                  <c:v>-8.3119870649437839</c:v>
                </c:pt>
                <c:pt idx="167">
                  <c:v>-9.0989804557931624</c:v>
                </c:pt>
                <c:pt idx="168">
                  <c:v>-1.6768918679335139</c:v>
                </c:pt>
                <c:pt idx="169">
                  <c:v>-10.715229768665399</c:v>
                </c:pt>
                <c:pt idx="170">
                  <c:v>-4.0860361624460708</c:v>
                </c:pt>
                <c:pt idx="171">
                  <c:v>0.16877908198722308</c:v>
                </c:pt>
                <c:pt idx="172">
                  <c:v>-7.5569484792223802</c:v>
                </c:pt>
                <c:pt idx="173">
                  <c:v>-13.449983474534712</c:v>
                </c:pt>
                <c:pt idx="174">
                  <c:v>-9.6502545929495369</c:v>
                </c:pt>
                <c:pt idx="175">
                  <c:v>-6.9639662867325907</c:v>
                </c:pt>
                <c:pt idx="176">
                  <c:v>-5.9092663751922823</c:v>
                </c:pt>
                <c:pt idx="177">
                  <c:v>-7.7628939621529076</c:v>
                </c:pt>
                <c:pt idx="178">
                  <c:v>-7.9220595168148222E-2</c:v>
                </c:pt>
                <c:pt idx="179">
                  <c:v>-5.0184032859354284</c:v>
                </c:pt>
                <c:pt idx="180">
                  <c:v>-7.3400685270184312</c:v>
                </c:pt>
                <c:pt idx="181">
                  <c:v>-9.8327070250614632</c:v>
                </c:pt>
                <c:pt idx="182">
                  <c:v>-7.0683802473313389</c:v>
                </c:pt>
                <c:pt idx="183">
                  <c:v>-7.2624224866744376</c:v>
                </c:pt>
                <c:pt idx="184">
                  <c:v>-1.9708530866352501</c:v>
                </c:pt>
                <c:pt idx="185">
                  <c:v>-3.0636750299671811</c:v>
                </c:pt>
                <c:pt idx="186">
                  <c:v>-12.831771809954004</c:v>
                </c:pt>
                <c:pt idx="187">
                  <c:v>-4.7384049705474558</c:v>
                </c:pt>
                <c:pt idx="188">
                  <c:v>-9.1183655636466217</c:v>
                </c:pt>
                <c:pt idx="189">
                  <c:v>-6.031875398948678</c:v>
                </c:pt>
                <c:pt idx="190">
                  <c:v>-9.2417535647929761</c:v>
                </c:pt>
                <c:pt idx="191">
                  <c:v>-2.6599373706403071</c:v>
                </c:pt>
                <c:pt idx="192">
                  <c:v>-13.632627162526759</c:v>
                </c:pt>
                <c:pt idx="193">
                  <c:v>-10.899606513113278</c:v>
                </c:pt>
                <c:pt idx="194">
                  <c:v>-5.2429471644852921</c:v>
                </c:pt>
                <c:pt idx="195">
                  <c:v>0.28542181132235617</c:v>
                </c:pt>
                <c:pt idx="196">
                  <c:v>-4.6176948062896273</c:v>
                </c:pt>
                <c:pt idx="197">
                  <c:v>-8.3670992984827883</c:v>
                </c:pt>
                <c:pt idx="198">
                  <c:v>-10.260197343804599</c:v>
                </c:pt>
                <c:pt idx="199">
                  <c:v>-9.4437965972204339</c:v>
                </c:pt>
                <c:pt idx="200">
                  <c:v>-12.739869229211688</c:v>
                </c:pt>
                <c:pt idx="201">
                  <c:v>-11.131352826671796</c:v>
                </c:pt>
                <c:pt idx="202">
                  <c:v>-4.7073371827832835</c:v>
                </c:pt>
                <c:pt idx="203">
                  <c:v>-2.9771338978562496</c:v>
                </c:pt>
                <c:pt idx="204">
                  <c:v>-3.2568374665089102</c:v>
                </c:pt>
                <c:pt idx="205">
                  <c:v>-7.0734278797695485</c:v>
                </c:pt>
                <c:pt idx="206">
                  <c:v>-11.382020733034613</c:v>
                </c:pt>
                <c:pt idx="207">
                  <c:v>-7.6097438059520144</c:v>
                </c:pt>
                <c:pt idx="208">
                  <c:v>-8.2742280081656521</c:v>
                </c:pt>
                <c:pt idx="209">
                  <c:v>-13.21314852675558</c:v>
                </c:pt>
                <c:pt idx="210">
                  <c:v>-6.1585975497728462</c:v>
                </c:pt>
                <c:pt idx="211">
                  <c:v>-12.516165068455624</c:v>
                </c:pt>
                <c:pt idx="212">
                  <c:v>-2.6651211953659448</c:v>
                </c:pt>
                <c:pt idx="213">
                  <c:v>-7.7058402315380983</c:v>
                </c:pt>
                <c:pt idx="214">
                  <c:v>-11.8591777253736</c:v>
                </c:pt>
                <c:pt idx="215">
                  <c:v>-2.2543855169708369</c:v>
                </c:pt>
                <c:pt idx="216">
                  <c:v>0.59252670265534413</c:v>
                </c:pt>
                <c:pt idx="217">
                  <c:v>-4.0821421905581596</c:v>
                </c:pt>
                <c:pt idx="218">
                  <c:v>-1.9266496932071453</c:v>
                </c:pt>
                <c:pt idx="219">
                  <c:v>-11.931036369166726</c:v>
                </c:pt>
                <c:pt idx="220">
                  <c:v>-5.5216569778685045</c:v>
                </c:pt>
                <c:pt idx="221">
                  <c:v>-10.344974989570538</c:v>
                </c:pt>
                <c:pt idx="222">
                  <c:v>-4.5739599144351342</c:v>
                </c:pt>
                <c:pt idx="223">
                  <c:v>-6.4537132573082268</c:v>
                </c:pt>
                <c:pt idx="224">
                  <c:v>-1.4329152174417747</c:v>
                </c:pt>
                <c:pt idx="225">
                  <c:v>-11.713470574589701</c:v>
                </c:pt>
                <c:pt idx="226">
                  <c:v>-5.6194005107118032</c:v>
                </c:pt>
                <c:pt idx="227">
                  <c:v>-10.311422899753422</c:v>
                </c:pt>
                <c:pt idx="228">
                  <c:v>-3.9756232523730786</c:v>
                </c:pt>
                <c:pt idx="229">
                  <c:v>-2.436570757583481</c:v>
                </c:pt>
                <c:pt idx="230">
                  <c:v>-6.2085506440096108</c:v>
                </c:pt>
                <c:pt idx="231">
                  <c:v>-5.7923435922039497</c:v>
                </c:pt>
                <c:pt idx="232">
                  <c:v>-4.6783869449717885</c:v>
                </c:pt>
                <c:pt idx="233">
                  <c:v>-11.600562164775964</c:v>
                </c:pt>
                <c:pt idx="234">
                  <c:v>-2.6159958820512177</c:v>
                </c:pt>
                <c:pt idx="235">
                  <c:v>-8.6014859489473228</c:v>
                </c:pt>
                <c:pt idx="236">
                  <c:v>0.15755623062805571</c:v>
                </c:pt>
                <c:pt idx="237">
                  <c:v>-3.8953100345579168</c:v>
                </c:pt>
                <c:pt idx="238">
                  <c:v>-3.3399725499411224</c:v>
                </c:pt>
                <c:pt idx="239">
                  <c:v>-0.91126817455863152</c:v>
                </c:pt>
                <c:pt idx="240">
                  <c:v>-8.2856711893159254</c:v>
                </c:pt>
                <c:pt idx="241">
                  <c:v>-9.3239523445115235</c:v>
                </c:pt>
                <c:pt idx="242">
                  <c:v>-1.4629012293844388</c:v>
                </c:pt>
                <c:pt idx="243">
                  <c:v>-2.5939156273390478</c:v>
                </c:pt>
                <c:pt idx="244">
                  <c:v>-3.6405699801657856</c:v>
                </c:pt>
                <c:pt idx="245">
                  <c:v>-3.0317114176471227</c:v>
                </c:pt>
                <c:pt idx="246">
                  <c:v>-1.7165206096569989</c:v>
                </c:pt>
                <c:pt idx="247">
                  <c:v>-7.8473125326360931</c:v>
                </c:pt>
                <c:pt idx="248">
                  <c:v>-3.8616577665366423</c:v>
                </c:pt>
                <c:pt idx="249">
                  <c:v>-11.673489202619235</c:v>
                </c:pt>
                <c:pt idx="250">
                  <c:v>-8.2896304228107116</c:v>
                </c:pt>
                <c:pt idx="251">
                  <c:v>-10.812207063992799</c:v>
                </c:pt>
                <c:pt idx="252">
                  <c:v>-2.3037663156840935</c:v>
                </c:pt>
                <c:pt idx="253">
                  <c:v>-0.69719964479307783</c:v>
                </c:pt>
                <c:pt idx="254">
                  <c:v>0.74569144924477848</c:v>
                </c:pt>
                <c:pt idx="255">
                  <c:v>-9.2459118365461013</c:v>
                </c:pt>
                <c:pt idx="256">
                  <c:v>-4.3563189993488409</c:v>
                </c:pt>
                <c:pt idx="257">
                  <c:v>-3.8113728509790059</c:v>
                </c:pt>
                <c:pt idx="258">
                  <c:v>-9.4296441474256856</c:v>
                </c:pt>
                <c:pt idx="259">
                  <c:v>-8.2418736161592534</c:v>
                </c:pt>
                <c:pt idx="260">
                  <c:v>-3.3063492394672025</c:v>
                </c:pt>
                <c:pt idx="261">
                  <c:v>-3.2688477685519195</c:v>
                </c:pt>
                <c:pt idx="262">
                  <c:v>-8.8941532658078728</c:v>
                </c:pt>
                <c:pt idx="263">
                  <c:v>-1.2342920995070421</c:v>
                </c:pt>
                <c:pt idx="264">
                  <c:v>-0.36637176205722416</c:v>
                </c:pt>
                <c:pt idx="265">
                  <c:v>-7.9505453580075152</c:v>
                </c:pt>
                <c:pt idx="266">
                  <c:v>-10.253155451430338</c:v>
                </c:pt>
                <c:pt idx="267">
                  <c:v>-11.587931436012971</c:v>
                </c:pt>
                <c:pt idx="268">
                  <c:v>-1.2310323868189723</c:v>
                </c:pt>
                <c:pt idx="269">
                  <c:v>-12.482202223863535</c:v>
                </c:pt>
                <c:pt idx="270">
                  <c:v>-9.7347591394647299</c:v>
                </c:pt>
                <c:pt idx="271">
                  <c:v>-8.3579466394254371</c:v>
                </c:pt>
                <c:pt idx="272">
                  <c:v>-7.1420082557241633</c:v>
                </c:pt>
                <c:pt idx="273">
                  <c:v>-6.9451435642222652</c:v>
                </c:pt>
                <c:pt idx="274">
                  <c:v>-3.8859112520460832</c:v>
                </c:pt>
                <c:pt idx="275">
                  <c:v>-6.999887616492197</c:v>
                </c:pt>
                <c:pt idx="276">
                  <c:v>-1.1185141405335599</c:v>
                </c:pt>
                <c:pt idx="277">
                  <c:v>-9.937623306562978</c:v>
                </c:pt>
                <c:pt idx="278">
                  <c:v>-11.556511561810156</c:v>
                </c:pt>
                <c:pt idx="279">
                  <c:v>-8.8760159788812967</c:v>
                </c:pt>
                <c:pt idx="280">
                  <c:v>1.4499169479638179</c:v>
                </c:pt>
                <c:pt idx="281">
                  <c:v>-7.443888336600172</c:v>
                </c:pt>
                <c:pt idx="282">
                  <c:v>-3.7916076309997386</c:v>
                </c:pt>
                <c:pt idx="283">
                  <c:v>-5.0098050370599196</c:v>
                </c:pt>
                <c:pt idx="284">
                  <c:v>-10.419093277009857</c:v>
                </c:pt>
                <c:pt idx="285">
                  <c:v>-5.7535535395299409</c:v>
                </c:pt>
                <c:pt idx="286">
                  <c:v>-0.72124793578340318</c:v>
                </c:pt>
                <c:pt idx="287">
                  <c:v>-4.0089955786122706</c:v>
                </c:pt>
                <c:pt idx="288">
                  <c:v>-10.182517643577006</c:v>
                </c:pt>
                <c:pt idx="289">
                  <c:v>-3.1071303143346762</c:v>
                </c:pt>
                <c:pt idx="290">
                  <c:v>-6.2984497599120752</c:v>
                </c:pt>
                <c:pt idx="291">
                  <c:v>-3.760510989554418</c:v>
                </c:pt>
                <c:pt idx="292">
                  <c:v>-14.528895607623541</c:v>
                </c:pt>
                <c:pt idx="293">
                  <c:v>-9.6549198602207404</c:v>
                </c:pt>
                <c:pt idx="294">
                  <c:v>-9.6394771361508873</c:v>
                </c:pt>
                <c:pt idx="295">
                  <c:v>-2.7520655827874472</c:v>
                </c:pt>
                <c:pt idx="296">
                  <c:v>-9.5552419023752613</c:v>
                </c:pt>
                <c:pt idx="297">
                  <c:v>-4.4256085732371204</c:v>
                </c:pt>
                <c:pt idx="298">
                  <c:v>-2.2932589189054355</c:v>
                </c:pt>
                <c:pt idx="299">
                  <c:v>-7.0300181048259551</c:v>
                </c:pt>
                <c:pt idx="300">
                  <c:v>-3.283940991329632</c:v>
                </c:pt>
                <c:pt idx="301">
                  <c:v>-9.697369214995625</c:v>
                </c:pt>
                <c:pt idx="302">
                  <c:v>-7.2933322893959192</c:v>
                </c:pt>
                <c:pt idx="303">
                  <c:v>-4.281100964013433</c:v>
                </c:pt>
                <c:pt idx="304">
                  <c:v>-6.8367447709138709</c:v>
                </c:pt>
                <c:pt idx="305">
                  <c:v>-3.9981129680187593</c:v>
                </c:pt>
                <c:pt idx="306">
                  <c:v>-4.2278789369474898</c:v>
                </c:pt>
                <c:pt idx="307">
                  <c:v>-4.7454730422823124</c:v>
                </c:pt>
                <c:pt idx="308">
                  <c:v>0.43310848751211578</c:v>
                </c:pt>
                <c:pt idx="309">
                  <c:v>-0.28377732966458802</c:v>
                </c:pt>
                <c:pt idx="310">
                  <c:v>-12.436512760789105</c:v>
                </c:pt>
                <c:pt idx="311">
                  <c:v>-9.8088700084365499</c:v>
                </c:pt>
                <c:pt idx="312">
                  <c:v>-0.9266088560137774</c:v>
                </c:pt>
                <c:pt idx="313">
                  <c:v>0.51814901828997506</c:v>
                </c:pt>
                <c:pt idx="314">
                  <c:v>-9.1225375655418457</c:v>
                </c:pt>
                <c:pt idx="315">
                  <c:v>-1.3066518175723636</c:v>
                </c:pt>
                <c:pt idx="316">
                  <c:v>-5.8661290644897033</c:v>
                </c:pt>
                <c:pt idx="317">
                  <c:v>-9.4134068233547037</c:v>
                </c:pt>
                <c:pt idx="318">
                  <c:v>0.57659979769661629</c:v>
                </c:pt>
                <c:pt idx="319">
                  <c:v>-10.079521862307809</c:v>
                </c:pt>
                <c:pt idx="320">
                  <c:v>-1.0131333633858244</c:v>
                </c:pt>
                <c:pt idx="321">
                  <c:v>-4.1007610583259018</c:v>
                </c:pt>
                <c:pt idx="322">
                  <c:v>-12.592010113459377</c:v>
                </c:pt>
                <c:pt idx="323">
                  <c:v>0.53684191620892541</c:v>
                </c:pt>
                <c:pt idx="324">
                  <c:v>-2.4908816635285485</c:v>
                </c:pt>
                <c:pt idx="325">
                  <c:v>-11.138385356172428</c:v>
                </c:pt>
                <c:pt idx="326">
                  <c:v>-4.4366748418483235</c:v>
                </c:pt>
                <c:pt idx="327">
                  <c:v>-2.8145817693827238</c:v>
                </c:pt>
                <c:pt idx="328">
                  <c:v>-9.401189509562323E-2</c:v>
                </c:pt>
                <c:pt idx="329">
                  <c:v>-3.4497702986667798</c:v>
                </c:pt>
                <c:pt idx="330">
                  <c:v>-5.6409938070250529</c:v>
                </c:pt>
                <c:pt idx="331">
                  <c:v>-6.5789424032449704</c:v>
                </c:pt>
                <c:pt idx="332">
                  <c:v>-2.7112043112879447</c:v>
                </c:pt>
                <c:pt idx="333">
                  <c:v>-8.7110475105023735</c:v>
                </c:pt>
                <c:pt idx="334">
                  <c:v>-8.1681679992024332</c:v>
                </c:pt>
                <c:pt idx="335">
                  <c:v>-8.9318386562513403</c:v>
                </c:pt>
                <c:pt idx="336">
                  <c:v>-5.1660613211648974</c:v>
                </c:pt>
                <c:pt idx="337">
                  <c:v>-0.41679068770740835</c:v>
                </c:pt>
                <c:pt idx="338">
                  <c:v>-10.910322997949022</c:v>
                </c:pt>
                <c:pt idx="339">
                  <c:v>-9.5969373880829156</c:v>
                </c:pt>
                <c:pt idx="340">
                  <c:v>-9.9501616880690769</c:v>
                </c:pt>
                <c:pt idx="341">
                  <c:v>-7.9759759112853583</c:v>
                </c:pt>
                <c:pt idx="342">
                  <c:v>6.3205900673930795E-2</c:v>
                </c:pt>
                <c:pt idx="343">
                  <c:v>-8.5850103085604523</c:v>
                </c:pt>
                <c:pt idx="344">
                  <c:v>-4.9240750530576447</c:v>
                </c:pt>
                <c:pt idx="345">
                  <c:v>-12.502860349472911</c:v>
                </c:pt>
                <c:pt idx="346">
                  <c:v>-9.728100368709045</c:v>
                </c:pt>
                <c:pt idx="347">
                  <c:v>-8.1136527279671675</c:v>
                </c:pt>
                <c:pt idx="348">
                  <c:v>-7.9003570173153586</c:v>
                </c:pt>
                <c:pt idx="349">
                  <c:v>-5.2706538077181833</c:v>
                </c:pt>
                <c:pt idx="350">
                  <c:v>-7.8064279490512334</c:v>
                </c:pt>
                <c:pt idx="351">
                  <c:v>-7.9901576851204883</c:v>
                </c:pt>
                <c:pt idx="352">
                  <c:v>-1.1620186988812815</c:v>
                </c:pt>
                <c:pt idx="353">
                  <c:v>-8.7233969590625211</c:v>
                </c:pt>
                <c:pt idx="354">
                  <c:v>-14.240548677437602</c:v>
                </c:pt>
                <c:pt idx="355">
                  <c:v>-1.8183310429381219</c:v>
                </c:pt>
                <c:pt idx="356">
                  <c:v>-5.4764461491693286</c:v>
                </c:pt>
                <c:pt idx="357">
                  <c:v>-6.6658101244846044</c:v>
                </c:pt>
                <c:pt idx="358">
                  <c:v>-3.8657449865597244</c:v>
                </c:pt>
                <c:pt idx="359">
                  <c:v>-7.5099125677161993</c:v>
                </c:pt>
                <c:pt idx="360">
                  <c:v>-4.4277455721812684</c:v>
                </c:pt>
                <c:pt idx="361">
                  <c:v>-5.4108477642928454</c:v>
                </c:pt>
                <c:pt idx="362">
                  <c:v>-8.0597525057749895</c:v>
                </c:pt>
                <c:pt idx="363">
                  <c:v>-10.437395653571347</c:v>
                </c:pt>
                <c:pt idx="364">
                  <c:v>-3.4167994362026102</c:v>
                </c:pt>
                <c:pt idx="365">
                  <c:v>-1.5230999144011421</c:v>
                </c:pt>
                <c:pt idx="366">
                  <c:v>-3.6459206488507117</c:v>
                </c:pt>
                <c:pt idx="367">
                  <c:v>-4.2068558004468715</c:v>
                </c:pt>
                <c:pt idx="368">
                  <c:v>1.1839350028102569</c:v>
                </c:pt>
                <c:pt idx="369">
                  <c:v>-13.130411735881506</c:v>
                </c:pt>
                <c:pt idx="370">
                  <c:v>-8.7027464444876514</c:v>
                </c:pt>
                <c:pt idx="371">
                  <c:v>0.37144462249086457</c:v>
                </c:pt>
                <c:pt idx="372">
                  <c:v>-7.2871769765556742</c:v>
                </c:pt>
                <c:pt idx="373">
                  <c:v>-10.815756184029482</c:v>
                </c:pt>
                <c:pt idx="374">
                  <c:v>-7.4549528583949067</c:v>
                </c:pt>
                <c:pt idx="375">
                  <c:v>-5.2572837598204316</c:v>
                </c:pt>
                <c:pt idx="376">
                  <c:v>-8.4147227565356992</c:v>
                </c:pt>
                <c:pt idx="377">
                  <c:v>-8.8988216795616424</c:v>
                </c:pt>
                <c:pt idx="378">
                  <c:v>-10.545708255008163</c:v>
                </c:pt>
                <c:pt idx="379">
                  <c:v>-8.8210537965386724</c:v>
                </c:pt>
                <c:pt idx="380">
                  <c:v>-5.9419991384902264</c:v>
                </c:pt>
                <c:pt idx="381">
                  <c:v>-7.4941676062922404</c:v>
                </c:pt>
                <c:pt idx="382">
                  <c:v>-5.7256025581972461</c:v>
                </c:pt>
                <c:pt idx="383">
                  <c:v>-4.0559679634873724</c:v>
                </c:pt>
                <c:pt idx="384">
                  <c:v>-1.8088804324536316</c:v>
                </c:pt>
                <c:pt idx="385">
                  <c:v>-9.750976093955801</c:v>
                </c:pt>
                <c:pt idx="386">
                  <c:v>-5.2805271125923303</c:v>
                </c:pt>
                <c:pt idx="387">
                  <c:v>-6.2163013236765998</c:v>
                </c:pt>
                <c:pt idx="388">
                  <c:v>-5.5041658671502276</c:v>
                </c:pt>
                <c:pt idx="389">
                  <c:v>-10.982015527309303</c:v>
                </c:pt>
                <c:pt idx="390">
                  <c:v>-9.1591471957358355</c:v>
                </c:pt>
                <c:pt idx="391">
                  <c:v>-1.847103951100153</c:v>
                </c:pt>
                <c:pt idx="392">
                  <c:v>-7.6010207735364235</c:v>
                </c:pt>
                <c:pt idx="393">
                  <c:v>-12.608256418163716</c:v>
                </c:pt>
                <c:pt idx="394">
                  <c:v>-9.5268721531350007</c:v>
                </c:pt>
                <c:pt idx="395">
                  <c:v>-6.6772894003173331</c:v>
                </c:pt>
                <c:pt idx="396">
                  <c:v>-0.88993731440613777</c:v>
                </c:pt>
                <c:pt idx="397">
                  <c:v>-7.4405552928329355</c:v>
                </c:pt>
                <c:pt idx="398">
                  <c:v>-8.5585255156765836</c:v>
                </c:pt>
                <c:pt idx="399">
                  <c:v>-11.120385554329628</c:v>
                </c:pt>
                <c:pt idx="400">
                  <c:v>-4.4558432635737386</c:v>
                </c:pt>
                <c:pt idx="401">
                  <c:v>-0.43627682280699842</c:v>
                </c:pt>
                <c:pt idx="402">
                  <c:v>-3.1918483977899519</c:v>
                </c:pt>
                <c:pt idx="403">
                  <c:v>-0.3419633057671021</c:v>
                </c:pt>
                <c:pt idx="404">
                  <c:v>-4.1032338969076596</c:v>
                </c:pt>
                <c:pt idx="405">
                  <c:v>-10.180150747768103</c:v>
                </c:pt>
                <c:pt idx="406">
                  <c:v>-7.3057285679127686</c:v>
                </c:pt>
                <c:pt idx="407">
                  <c:v>-6.3841971516989915</c:v>
                </c:pt>
                <c:pt idx="408">
                  <c:v>-9.3772074626544484</c:v>
                </c:pt>
                <c:pt idx="409">
                  <c:v>-3.3724532741138926</c:v>
                </c:pt>
                <c:pt idx="410">
                  <c:v>0.9398343381373947</c:v>
                </c:pt>
                <c:pt idx="411">
                  <c:v>-7.235125626867748</c:v>
                </c:pt>
                <c:pt idx="412">
                  <c:v>0.35668772618284877</c:v>
                </c:pt>
                <c:pt idx="413">
                  <c:v>-1.0986560660486886</c:v>
                </c:pt>
                <c:pt idx="414">
                  <c:v>-9.9178886120247167</c:v>
                </c:pt>
                <c:pt idx="415">
                  <c:v>-3.034580277311234</c:v>
                </c:pt>
                <c:pt idx="416">
                  <c:v>-6.0651138339918429</c:v>
                </c:pt>
                <c:pt idx="417">
                  <c:v>-10.269060580671191</c:v>
                </c:pt>
                <c:pt idx="418">
                  <c:v>-10.842091577032736</c:v>
                </c:pt>
                <c:pt idx="419">
                  <c:v>-15.842106230237864</c:v>
                </c:pt>
                <c:pt idx="420">
                  <c:v>-1.0024866778510289</c:v>
                </c:pt>
                <c:pt idx="421">
                  <c:v>-6.0377141309843108</c:v>
                </c:pt>
                <c:pt idx="422">
                  <c:v>-3.070077304234176</c:v>
                </c:pt>
                <c:pt idx="423">
                  <c:v>-8.7839467566862073</c:v>
                </c:pt>
                <c:pt idx="424">
                  <c:v>-7.564423253458779</c:v>
                </c:pt>
                <c:pt idx="425">
                  <c:v>-5.4931561413371455</c:v>
                </c:pt>
                <c:pt idx="426">
                  <c:v>-10.443514733195356</c:v>
                </c:pt>
                <c:pt idx="427">
                  <c:v>-1.3434083049134595</c:v>
                </c:pt>
                <c:pt idx="428">
                  <c:v>-5.8347595667006491</c:v>
                </c:pt>
                <c:pt idx="429">
                  <c:v>-9.5144929407963481</c:v>
                </c:pt>
                <c:pt idx="430">
                  <c:v>-8.8938281519807756</c:v>
                </c:pt>
                <c:pt idx="431">
                  <c:v>-5.3880667857824953</c:v>
                </c:pt>
                <c:pt idx="432">
                  <c:v>-11.633563210789752</c:v>
                </c:pt>
                <c:pt idx="433">
                  <c:v>-5.1743465726086955</c:v>
                </c:pt>
                <c:pt idx="434">
                  <c:v>-9.9809871900468323</c:v>
                </c:pt>
                <c:pt idx="435">
                  <c:v>-1.2308338349279275</c:v>
                </c:pt>
                <c:pt idx="436">
                  <c:v>-12.322598242162597</c:v>
                </c:pt>
                <c:pt idx="437">
                  <c:v>-12.023493612443497</c:v>
                </c:pt>
                <c:pt idx="438">
                  <c:v>-8.6173396189644649</c:v>
                </c:pt>
                <c:pt idx="439">
                  <c:v>-10.513311383901126</c:v>
                </c:pt>
                <c:pt idx="440">
                  <c:v>-7.598222543154237</c:v>
                </c:pt>
                <c:pt idx="441">
                  <c:v>-2.5625619960960035</c:v>
                </c:pt>
                <c:pt idx="442">
                  <c:v>-2.448184450142552</c:v>
                </c:pt>
                <c:pt idx="443">
                  <c:v>-0.63527981593534033</c:v>
                </c:pt>
                <c:pt idx="444">
                  <c:v>-8.3606463240447937</c:v>
                </c:pt>
                <c:pt idx="445">
                  <c:v>-8.0891594731045515</c:v>
                </c:pt>
                <c:pt idx="446">
                  <c:v>3.4954573651375317E-2</c:v>
                </c:pt>
                <c:pt idx="447">
                  <c:v>-2.6232124159090549</c:v>
                </c:pt>
                <c:pt idx="448">
                  <c:v>-3.1329801865733451</c:v>
                </c:pt>
                <c:pt idx="449">
                  <c:v>-6.8711701708105597</c:v>
                </c:pt>
                <c:pt idx="450">
                  <c:v>-7.4074411612877542</c:v>
                </c:pt>
                <c:pt idx="451">
                  <c:v>-2.3709014934697632</c:v>
                </c:pt>
                <c:pt idx="452">
                  <c:v>-6.9666275605905277</c:v>
                </c:pt>
                <c:pt idx="453">
                  <c:v>-13.239697176639966</c:v>
                </c:pt>
                <c:pt idx="454">
                  <c:v>-0.96718983500712707</c:v>
                </c:pt>
                <c:pt idx="455">
                  <c:v>-5.6567263866412372</c:v>
                </c:pt>
                <c:pt idx="456">
                  <c:v>-6.6613508382933402</c:v>
                </c:pt>
                <c:pt idx="457">
                  <c:v>-10.040716923229935</c:v>
                </c:pt>
                <c:pt idx="458">
                  <c:v>-11.882225147334681</c:v>
                </c:pt>
                <c:pt idx="459">
                  <c:v>-9.8164004067054993</c:v>
                </c:pt>
                <c:pt idx="460">
                  <c:v>-12.789657087177547</c:v>
                </c:pt>
                <c:pt idx="461">
                  <c:v>-8.6652309698169692</c:v>
                </c:pt>
                <c:pt idx="462">
                  <c:v>-2.2340708400541787</c:v>
                </c:pt>
                <c:pt idx="463">
                  <c:v>-6.4716926551060601</c:v>
                </c:pt>
                <c:pt idx="464">
                  <c:v>-0.23081928029003304</c:v>
                </c:pt>
                <c:pt idx="465">
                  <c:v>-5.297688671157621</c:v>
                </c:pt>
                <c:pt idx="466">
                  <c:v>-4.2914156995716599</c:v>
                </c:pt>
                <c:pt idx="467">
                  <c:v>-3.0507356307924298</c:v>
                </c:pt>
                <c:pt idx="468">
                  <c:v>-10.606321959190749</c:v>
                </c:pt>
                <c:pt idx="469">
                  <c:v>-2.2037831986999641</c:v>
                </c:pt>
                <c:pt idx="470">
                  <c:v>-6.0619884778645678</c:v>
                </c:pt>
                <c:pt idx="471">
                  <c:v>-6.9924436432114767</c:v>
                </c:pt>
                <c:pt idx="472">
                  <c:v>-2.5341438169111097</c:v>
                </c:pt>
                <c:pt idx="473">
                  <c:v>-1.3842586212057491</c:v>
                </c:pt>
                <c:pt idx="474">
                  <c:v>-5.4828568652834146</c:v>
                </c:pt>
                <c:pt idx="475">
                  <c:v>-10.56656649803719</c:v>
                </c:pt>
                <c:pt idx="476">
                  <c:v>-3.2414864035316779</c:v>
                </c:pt>
                <c:pt idx="477">
                  <c:v>-12.105898351884196</c:v>
                </c:pt>
                <c:pt idx="478">
                  <c:v>-8.8335641361656609</c:v>
                </c:pt>
                <c:pt idx="479">
                  <c:v>-4.8094360196074337</c:v>
                </c:pt>
                <c:pt idx="480">
                  <c:v>-11.336511866137634</c:v>
                </c:pt>
                <c:pt idx="481">
                  <c:v>-4.5041596138040658</c:v>
                </c:pt>
                <c:pt idx="482">
                  <c:v>-6.0360559858608891</c:v>
                </c:pt>
                <c:pt idx="483">
                  <c:v>-11.43315502647719</c:v>
                </c:pt>
                <c:pt idx="484">
                  <c:v>-10.909990660028285</c:v>
                </c:pt>
                <c:pt idx="485">
                  <c:v>0.65708749039908687</c:v>
                </c:pt>
                <c:pt idx="486">
                  <c:v>-3.7698678746242607</c:v>
                </c:pt>
                <c:pt idx="487">
                  <c:v>-5.7155616023293527</c:v>
                </c:pt>
                <c:pt idx="488">
                  <c:v>-6.1972713041218226</c:v>
                </c:pt>
                <c:pt idx="489">
                  <c:v>-5.3865821947487396</c:v>
                </c:pt>
                <c:pt idx="490">
                  <c:v>-9.7894944689775052</c:v>
                </c:pt>
                <c:pt idx="491">
                  <c:v>-5.739643978700351</c:v>
                </c:pt>
                <c:pt idx="492">
                  <c:v>-4.4578088544817733</c:v>
                </c:pt>
                <c:pt idx="493">
                  <c:v>-8.0602982581996603</c:v>
                </c:pt>
                <c:pt idx="494">
                  <c:v>-6.1395274042485459</c:v>
                </c:pt>
                <c:pt idx="495">
                  <c:v>-2.0850787925172276</c:v>
                </c:pt>
                <c:pt idx="496">
                  <c:v>-7.6534696174671284</c:v>
                </c:pt>
                <c:pt idx="497">
                  <c:v>0.78712645615861165</c:v>
                </c:pt>
                <c:pt idx="498">
                  <c:v>-10.86118194483795</c:v>
                </c:pt>
                <c:pt idx="499">
                  <c:v>-5.6479113346301855</c:v>
                </c:pt>
                <c:pt idx="500">
                  <c:v>-1.1330656853157999</c:v>
                </c:pt>
                <c:pt idx="501">
                  <c:v>-10.256818947200292</c:v>
                </c:pt>
                <c:pt idx="502">
                  <c:v>-6.6540389859908311</c:v>
                </c:pt>
                <c:pt idx="503">
                  <c:v>-0.79617071699882946</c:v>
                </c:pt>
                <c:pt idx="504">
                  <c:v>-7.1128855538358495</c:v>
                </c:pt>
                <c:pt idx="505">
                  <c:v>-6.1949670201992282</c:v>
                </c:pt>
                <c:pt idx="506">
                  <c:v>-11.209178181822844</c:v>
                </c:pt>
                <c:pt idx="507">
                  <c:v>-8.1709663638233909</c:v>
                </c:pt>
                <c:pt idx="508">
                  <c:v>0.81806922177986663</c:v>
                </c:pt>
                <c:pt idx="509">
                  <c:v>-6.6775201938823976</c:v>
                </c:pt>
                <c:pt idx="510">
                  <c:v>-2.1509123453251702</c:v>
                </c:pt>
                <c:pt idx="511">
                  <c:v>-6.1509361533205071</c:v>
                </c:pt>
                <c:pt idx="512">
                  <c:v>-9.2376982824640788</c:v>
                </c:pt>
                <c:pt idx="513">
                  <c:v>-8.1649435530925416</c:v>
                </c:pt>
                <c:pt idx="514">
                  <c:v>-3.7310256398231307</c:v>
                </c:pt>
                <c:pt idx="515">
                  <c:v>-6.3799527817389873E-2</c:v>
                </c:pt>
                <c:pt idx="516">
                  <c:v>-5.3115123914423057</c:v>
                </c:pt>
                <c:pt idx="517">
                  <c:v>-4.7802752721706065</c:v>
                </c:pt>
                <c:pt idx="518">
                  <c:v>-5.2003264736024768</c:v>
                </c:pt>
                <c:pt idx="519">
                  <c:v>-9.9663770210080251</c:v>
                </c:pt>
                <c:pt idx="520">
                  <c:v>-5.9640849060479804</c:v>
                </c:pt>
                <c:pt idx="521">
                  <c:v>-4.2940795454983558</c:v>
                </c:pt>
                <c:pt idx="522">
                  <c:v>-2.8831816233773364</c:v>
                </c:pt>
                <c:pt idx="523">
                  <c:v>-9.5055247536331393</c:v>
                </c:pt>
                <c:pt idx="524">
                  <c:v>-0.36850012274385485</c:v>
                </c:pt>
                <c:pt idx="525">
                  <c:v>-6.9449193232171318</c:v>
                </c:pt>
                <c:pt idx="526">
                  <c:v>-8.0775152122576372</c:v>
                </c:pt>
                <c:pt idx="527">
                  <c:v>-7.8533467661447789</c:v>
                </c:pt>
                <c:pt idx="528">
                  <c:v>-6.9918068331769332</c:v>
                </c:pt>
                <c:pt idx="529">
                  <c:v>-12.463835153423284</c:v>
                </c:pt>
                <c:pt idx="530">
                  <c:v>-5.7833372186311509</c:v>
                </c:pt>
                <c:pt idx="531">
                  <c:v>-11.421765900771851</c:v>
                </c:pt>
                <c:pt idx="532">
                  <c:v>-1.885593249666041</c:v>
                </c:pt>
                <c:pt idx="533">
                  <c:v>-5.3972336150491174</c:v>
                </c:pt>
                <c:pt idx="534">
                  <c:v>-8.7965926337180917</c:v>
                </c:pt>
                <c:pt idx="535">
                  <c:v>-7.2426503139945426</c:v>
                </c:pt>
                <c:pt idx="536">
                  <c:v>-1.8804833462691717</c:v>
                </c:pt>
                <c:pt idx="537">
                  <c:v>-3.0059513344323006</c:v>
                </c:pt>
                <c:pt idx="538">
                  <c:v>-9.7144622036070807</c:v>
                </c:pt>
                <c:pt idx="539">
                  <c:v>-10.043954962970775</c:v>
                </c:pt>
                <c:pt idx="540">
                  <c:v>-8.1118981953902676</c:v>
                </c:pt>
                <c:pt idx="541">
                  <c:v>-7.6613131371385599</c:v>
                </c:pt>
                <c:pt idx="542">
                  <c:v>-7.8114335167261588</c:v>
                </c:pt>
                <c:pt idx="543">
                  <c:v>-7.0536217322645482</c:v>
                </c:pt>
                <c:pt idx="544">
                  <c:v>-5.7486156168808851</c:v>
                </c:pt>
                <c:pt idx="545">
                  <c:v>-10.859940384384364</c:v>
                </c:pt>
                <c:pt idx="546">
                  <c:v>0.71995721993170225</c:v>
                </c:pt>
                <c:pt idx="547">
                  <c:v>-6.322164428135169</c:v>
                </c:pt>
                <c:pt idx="548">
                  <c:v>-0.6890535497082364</c:v>
                </c:pt>
                <c:pt idx="549">
                  <c:v>-6.3639562057591306</c:v>
                </c:pt>
                <c:pt idx="550">
                  <c:v>-1.5314362813973275</c:v>
                </c:pt>
                <c:pt idx="551">
                  <c:v>-5.0792814167722486</c:v>
                </c:pt>
                <c:pt idx="552">
                  <c:v>-8.6489630226140299</c:v>
                </c:pt>
                <c:pt idx="553">
                  <c:v>-4.1467238415984626</c:v>
                </c:pt>
                <c:pt idx="554">
                  <c:v>0.70024683238920671</c:v>
                </c:pt>
                <c:pt idx="555">
                  <c:v>-7.3358911938617917</c:v>
                </c:pt>
                <c:pt idx="556">
                  <c:v>-7.8648263167212722</c:v>
                </c:pt>
                <c:pt idx="557">
                  <c:v>-2.5170287225483436</c:v>
                </c:pt>
                <c:pt idx="558">
                  <c:v>-6.1897716258704421</c:v>
                </c:pt>
                <c:pt idx="559">
                  <c:v>-0.78576940842936138</c:v>
                </c:pt>
                <c:pt idx="560">
                  <c:v>-4.9430426093933653</c:v>
                </c:pt>
                <c:pt idx="561">
                  <c:v>-10.291882283534466</c:v>
                </c:pt>
                <c:pt idx="562">
                  <c:v>-8.230878513013721</c:v>
                </c:pt>
                <c:pt idx="563">
                  <c:v>-2.0196399382080816</c:v>
                </c:pt>
                <c:pt idx="564">
                  <c:v>-11.566512386626293</c:v>
                </c:pt>
              </c:numCache>
            </c:numRef>
          </c:xVal>
          <c:yVal>
            <c:numRef>
              <c:f>Sheet1!$B$2:$B$566</c:f>
              <c:numCache>
                <c:formatCode>General</c:formatCode>
                <c:ptCount val="565"/>
                <c:pt idx="0">
                  <c:v>-0.91311479223861591</c:v>
                </c:pt>
                <c:pt idx="1">
                  <c:v>0.25110802146292655</c:v>
                </c:pt>
                <c:pt idx="2">
                  <c:v>-3.5970716584440519</c:v>
                </c:pt>
                <c:pt idx="3">
                  <c:v>-11.804688662299494</c:v>
                </c:pt>
                <c:pt idx="4">
                  <c:v>1.241411371826074</c:v>
                </c:pt>
                <c:pt idx="5">
                  <c:v>1.6756900390795866</c:v>
                </c:pt>
                <c:pt idx="6">
                  <c:v>-7.1940024739485331</c:v>
                </c:pt>
                <c:pt idx="7">
                  <c:v>-11.791967399129261</c:v>
                </c:pt>
                <c:pt idx="8">
                  <c:v>2.4927379651661918</c:v>
                </c:pt>
                <c:pt idx="9">
                  <c:v>-9.5549422188866071</c:v>
                </c:pt>
                <c:pt idx="10">
                  <c:v>2.5195510986777943</c:v>
                </c:pt>
                <c:pt idx="11">
                  <c:v>-5.6884455212787799</c:v>
                </c:pt>
                <c:pt idx="12">
                  <c:v>-11.36878019892335</c:v>
                </c:pt>
                <c:pt idx="13">
                  <c:v>5.7936536442337303</c:v>
                </c:pt>
                <c:pt idx="14">
                  <c:v>2.1601596838792925</c:v>
                </c:pt>
                <c:pt idx="15">
                  <c:v>-5.6360123904437502</c:v>
                </c:pt>
                <c:pt idx="16">
                  <c:v>-8.6680221092481862</c:v>
                </c:pt>
                <c:pt idx="17">
                  <c:v>11.043264462471955</c:v>
                </c:pt>
                <c:pt idx="18">
                  <c:v>-13.080079265587026</c:v>
                </c:pt>
                <c:pt idx="19">
                  <c:v>1.3927975530655168</c:v>
                </c:pt>
                <c:pt idx="20">
                  <c:v>1.8374646248427795</c:v>
                </c:pt>
                <c:pt idx="21">
                  <c:v>1.9303421147007582</c:v>
                </c:pt>
                <c:pt idx="22">
                  <c:v>-5.3873561282748952</c:v>
                </c:pt>
                <c:pt idx="23">
                  <c:v>4.3426276389125524</c:v>
                </c:pt>
                <c:pt idx="24">
                  <c:v>3.4314263604226203</c:v>
                </c:pt>
                <c:pt idx="25">
                  <c:v>-1.5654355382474356</c:v>
                </c:pt>
                <c:pt idx="26">
                  <c:v>1.2110285566290817</c:v>
                </c:pt>
                <c:pt idx="27">
                  <c:v>-0.75714281147445783</c:v>
                </c:pt>
                <c:pt idx="28">
                  <c:v>7.0876961961986282</c:v>
                </c:pt>
                <c:pt idx="29">
                  <c:v>-3.5468114053069257</c:v>
                </c:pt>
                <c:pt idx="30">
                  <c:v>-10.369819308263651</c:v>
                </c:pt>
                <c:pt idx="31">
                  <c:v>-8.0568581962600039</c:v>
                </c:pt>
                <c:pt idx="32">
                  <c:v>-9.1061255384582243</c:v>
                </c:pt>
                <c:pt idx="33">
                  <c:v>2.3540797453754685</c:v>
                </c:pt>
                <c:pt idx="34">
                  <c:v>4.0309180770157464</c:v>
                </c:pt>
                <c:pt idx="35">
                  <c:v>-2.9130612569340628</c:v>
                </c:pt>
                <c:pt idx="36">
                  <c:v>1.2939321606193905</c:v>
                </c:pt>
                <c:pt idx="37">
                  <c:v>1.181368355724868</c:v>
                </c:pt>
                <c:pt idx="38">
                  <c:v>-4.3337931546230246</c:v>
                </c:pt>
                <c:pt idx="39">
                  <c:v>8.0204454371902436</c:v>
                </c:pt>
                <c:pt idx="40">
                  <c:v>8.453707068407514</c:v>
                </c:pt>
                <c:pt idx="41">
                  <c:v>-6.7920208981610228</c:v>
                </c:pt>
                <c:pt idx="42">
                  <c:v>-5.7485876879877411</c:v>
                </c:pt>
                <c:pt idx="43">
                  <c:v>5.3992651213552429</c:v>
                </c:pt>
                <c:pt idx="44">
                  <c:v>4.8840193476621439</c:v>
                </c:pt>
                <c:pt idx="45">
                  <c:v>-6.8834358938734619</c:v>
                </c:pt>
                <c:pt idx="46">
                  <c:v>-4.037239047118895</c:v>
                </c:pt>
                <c:pt idx="47">
                  <c:v>4.8521621046968209</c:v>
                </c:pt>
                <c:pt idx="48">
                  <c:v>-4.7578133293933575</c:v>
                </c:pt>
                <c:pt idx="49">
                  <c:v>-0.87317594350407279</c:v>
                </c:pt>
                <c:pt idx="50">
                  <c:v>3.0090889335387727</c:v>
                </c:pt>
                <c:pt idx="51">
                  <c:v>4.4963909762469978</c:v>
                </c:pt>
                <c:pt idx="52">
                  <c:v>-2.4883477333227391</c:v>
                </c:pt>
                <c:pt idx="53">
                  <c:v>3.2825360156291614</c:v>
                </c:pt>
                <c:pt idx="54">
                  <c:v>2.0786733081515156</c:v>
                </c:pt>
                <c:pt idx="55">
                  <c:v>-6.96139771272684</c:v>
                </c:pt>
                <c:pt idx="56">
                  <c:v>-2.6542504023502298</c:v>
                </c:pt>
                <c:pt idx="57">
                  <c:v>-6.3047352111389978</c:v>
                </c:pt>
                <c:pt idx="58">
                  <c:v>2.6140245991005453</c:v>
                </c:pt>
                <c:pt idx="59">
                  <c:v>-2.257201682572652</c:v>
                </c:pt>
                <c:pt idx="60">
                  <c:v>-5.5422726474315871</c:v>
                </c:pt>
                <c:pt idx="61">
                  <c:v>5.3494009638855307</c:v>
                </c:pt>
                <c:pt idx="62">
                  <c:v>10.687449134533704</c:v>
                </c:pt>
                <c:pt idx="63">
                  <c:v>0.75897721424857001</c:v>
                </c:pt>
                <c:pt idx="64">
                  <c:v>13.103549979631115</c:v>
                </c:pt>
                <c:pt idx="65">
                  <c:v>-9.4895852801021263</c:v>
                </c:pt>
                <c:pt idx="66">
                  <c:v>2.9210111489779544</c:v>
                </c:pt>
                <c:pt idx="67">
                  <c:v>7.1124039743109719</c:v>
                </c:pt>
                <c:pt idx="68">
                  <c:v>-1.1263497768489787</c:v>
                </c:pt>
                <c:pt idx="69">
                  <c:v>9.0348171306264096</c:v>
                </c:pt>
                <c:pt idx="70">
                  <c:v>-9.9898672014004788</c:v>
                </c:pt>
                <c:pt idx="71">
                  <c:v>8.6694529956066635</c:v>
                </c:pt>
                <c:pt idx="72">
                  <c:v>-10.624417116828436</c:v>
                </c:pt>
                <c:pt idx="73">
                  <c:v>1.875518704812928</c:v>
                </c:pt>
                <c:pt idx="74">
                  <c:v>2.5089266978381697</c:v>
                </c:pt>
                <c:pt idx="75">
                  <c:v>1.5840265093432091</c:v>
                </c:pt>
                <c:pt idx="76">
                  <c:v>-3.7795153870088556</c:v>
                </c:pt>
                <c:pt idx="77">
                  <c:v>-12.628114850229126</c:v>
                </c:pt>
                <c:pt idx="78">
                  <c:v>5.3067889700505058</c:v>
                </c:pt>
                <c:pt idx="79">
                  <c:v>-4.8049742215404008</c:v>
                </c:pt>
                <c:pt idx="80">
                  <c:v>9.9636605301482177</c:v>
                </c:pt>
                <c:pt idx="81">
                  <c:v>9.1950692402451466</c:v>
                </c:pt>
                <c:pt idx="82">
                  <c:v>11.485645906721754</c:v>
                </c:pt>
                <c:pt idx="83">
                  <c:v>-0.8507555896978094</c:v>
                </c:pt>
                <c:pt idx="84">
                  <c:v>-11.381716888575754</c:v>
                </c:pt>
                <c:pt idx="85">
                  <c:v>-0.98349553354015706</c:v>
                </c:pt>
                <c:pt idx="86">
                  <c:v>2.2057777712077073</c:v>
                </c:pt>
                <c:pt idx="87">
                  <c:v>5.3309166064726723</c:v>
                </c:pt>
                <c:pt idx="88">
                  <c:v>9.7817421669047828</c:v>
                </c:pt>
                <c:pt idx="89">
                  <c:v>-10.811331850132012</c:v>
                </c:pt>
                <c:pt idx="90">
                  <c:v>0.36216941220797794</c:v>
                </c:pt>
                <c:pt idx="91">
                  <c:v>-5.6951152479696905</c:v>
                </c:pt>
                <c:pt idx="92">
                  <c:v>3.861460140266983</c:v>
                </c:pt>
                <c:pt idx="93">
                  <c:v>-11.842860622319028</c:v>
                </c:pt>
                <c:pt idx="94">
                  <c:v>-10.580472628087682</c:v>
                </c:pt>
                <c:pt idx="95">
                  <c:v>2.7395945643693693</c:v>
                </c:pt>
                <c:pt idx="96">
                  <c:v>-10.077531016255991</c:v>
                </c:pt>
                <c:pt idx="97">
                  <c:v>4.2232619684931274</c:v>
                </c:pt>
                <c:pt idx="98">
                  <c:v>2.612518521470431</c:v>
                </c:pt>
                <c:pt idx="99">
                  <c:v>1.2319558902651915</c:v>
                </c:pt>
                <c:pt idx="100">
                  <c:v>6.7348850386131387</c:v>
                </c:pt>
                <c:pt idx="101">
                  <c:v>-5.9499032044219957</c:v>
                </c:pt>
                <c:pt idx="102">
                  <c:v>2.8943205331344042</c:v>
                </c:pt>
                <c:pt idx="103">
                  <c:v>7.7648677363587204</c:v>
                </c:pt>
                <c:pt idx="104">
                  <c:v>9.3780492052693916</c:v>
                </c:pt>
                <c:pt idx="105">
                  <c:v>3.2563959416819008</c:v>
                </c:pt>
                <c:pt idx="106">
                  <c:v>2.6422020736942957</c:v>
                </c:pt>
                <c:pt idx="107">
                  <c:v>-7.3368609896315888</c:v>
                </c:pt>
                <c:pt idx="108">
                  <c:v>2.0232091633250775</c:v>
                </c:pt>
                <c:pt idx="109">
                  <c:v>8.429761651114946</c:v>
                </c:pt>
                <c:pt idx="110">
                  <c:v>1.3152557556250124</c:v>
                </c:pt>
                <c:pt idx="111">
                  <c:v>1.7497841375833787</c:v>
                </c:pt>
                <c:pt idx="112">
                  <c:v>2.6167827252555989</c:v>
                </c:pt>
                <c:pt idx="113">
                  <c:v>-6.4944997726346987</c:v>
                </c:pt>
                <c:pt idx="114">
                  <c:v>-1.4762895276420926</c:v>
                </c:pt>
                <c:pt idx="115">
                  <c:v>1.5485377557106594</c:v>
                </c:pt>
                <c:pt idx="116">
                  <c:v>-4.4291853253360403</c:v>
                </c:pt>
                <c:pt idx="117">
                  <c:v>-2.7780048426287207</c:v>
                </c:pt>
                <c:pt idx="118">
                  <c:v>7.5679266720259575</c:v>
                </c:pt>
                <c:pt idx="119">
                  <c:v>-9.5164868533832259</c:v>
                </c:pt>
                <c:pt idx="120">
                  <c:v>-9.8467685570646193</c:v>
                </c:pt>
                <c:pt idx="121">
                  <c:v>-1.3091791651633604</c:v>
                </c:pt>
                <c:pt idx="122">
                  <c:v>2.2281505493749392</c:v>
                </c:pt>
                <c:pt idx="123">
                  <c:v>-7.1854215540901576</c:v>
                </c:pt>
                <c:pt idx="124">
                  <c:v>-1.6373550255679861</c:v>
                </c:pt>
                <c:pt idx="125">
                  <c:v>-1.7300403575821044</c:v>
                </c:pt>
                <c:pt idx="126">
                  <c:v>-13.140924524400807</c:v>
                </c:pt>
                <c:pt idx="127">
                  <c:v>-5.6538086336712841</c:v>
                </c:pt>
                <c:pt idx="128">
                  <c:v>1.0159956721575218</c:v>
                </c:pt>
                <c:pt idx="129">
                  <c:v>3.6492137111847751</c:v>
                </c:pt>
                <c:pt idx="130">
                  <c:v>-3.1850291171034457</c:v>
                </c:pt>
                <c:pt idx="131">
                  <c:v>-5.3135708935872188</c:v>
                </c:pt>
                <c:pt idx="132">
                  <c:v>0.56093746393209121</c:v>
                </c:pt>
                <c:pt idx="133">
                  <c:v>-10.546189292113368</c:v>
                </c:pt>
                <c:pt idx="134">
                  <c:v>-1.0086057479464763</c:v>
                </c:pt>
                <c:pt idx="135">
                  <c:v>1.5905435959341954</c:v>
                </c:pt>
                <c:pt idx="136">
                  <c:v>-2.4567286739613929</c:v>
                </c:pt>
                <c:pt idx="137">
                  <c:v>7.4739761044825217</c:v>
                </c:pt>
                <c:pt idx="138">
                  <c:v>-0.73675533366835677</c:v>
                </c:pt>
                <c:pt idx="139">
                  <c:v>3.1215246095885072</c:v>
                </c:pt>
                <c:pt idx="140">
                  <c:v>1.7352075199586006</c:v>
                </c:pt>
                <c:pt idx="141">
                  <c:v>-1.2343666957699597</c:v>
                </c:pt>
                <c:pt idx="142">
                  <c:v>5.0453798122610882</c:v>
                </c:pt>
                <c:pt idx="143">
                  <c:v>-3.122297192201688</c:v>
                </c:pt>
                <c:pt idx="144">
                  <c:v>8.4211167888276126</c:v>
                </c:pt>
                <c:pt idx="145">
                  <c:v>-1.5088167329286801</c:v>
                </c:pt>
                <c:pt idx="146">
                  <c:v>5.5372212659564273</c:v>
                </c:pt>
                <c:pt idx="147">
                  <c:v>2.7518116478636485</c:v>
                </c:pt>
                <c:pt idx="148">
                  <c:v>-7.3940651233042525</c:v>
                </c:pt>
                <c:pt idx="149">
                  <c:v>1.6069274722210851</c:v>
                </c:pt>
                <c:pt idx="150">
                  <c:v>2.8882703087704509</c:v>
                </c:pt>
                <c:pt idx="151">
                  <c:v>-15.653006515217205</c:v>
                </c:pt>
                <c:pt idx="152">
                  <c:v>0.33191416196141849</c:v>
                </c:pt>
                <c:pt idx="153">
                  <c:v>2.2979750334047053</c:v>
                </c:pt>
                <c:pt idx="154">
                  <c:v>1.3985126723856842</c:v>
                </c:pt>
                <c:pt idx="155">
                  <c:v>1.0602783953092467</c:v>
                </c:pt>
                <c:pt idx="156">
                  <c:v>-0.93054901801519097</c:v>
                </c:pt>
                <c:pt idx="157">
                  <c:v>-5.32442278919057</c:v>
                </c:pt>
                <c:pt idx="158">
                  <c:v>1.319752525259869</c:v>
                </c:pt>
                <c:pt idx="159">
                  <c:v>2.8047038873152634</c:v>
                </c:pt>
                <c:pt idx="160">
                  <c:v>0.49244356004896805</c:v>
                </c:pt>
                <c:pt idx="161">
                  <c:v>7.8379436497352497</c:v>
                </c:pt>
                <c:pt idx="162">
                  <c:v>-10.815586077907176</c:v>
                </c:pt>
                <c:pt idx="163">
                  <c:v>-0.46706851027225871</c:v>
                </c:pt>
                <c:pt idx="164">
                  <c:v>-1.0699697461316537</c:v>
                </c:pt>
                <c:pt idx="165">
                  <c:v>-6.2268734975460021</c:v>
                </c:pt>
                <c:pt idx="166">
                  <c:v>0.77391169861265419</c:v>
                </c:pt>
                <c:pt idx="167">
                  <c:v>1.6101163560054779</c:v>
                </c:pt>
                <c:pt idx="168">
                  <c:v>-11.32407438906567</c:v>
                </c:pt>
                <c:pt idx="169">
                  <c:v>1.0023456158914097</c:v>
                </c:pt>
                <c:pt idx="170">
                  <c:v>6.6123355235353376</c:v>
                </c:pt>
                <c:pt idx="171">
                  <c:v>-12.619345258449673</c:v>
                </c:pt>
                <c:pt idx="172">
                  <c:v>-3.4480836835759208</c:v>
                </c:pt>
                <c:pt idx="173">
                  <c:v>1.9655757369680915</c:v>
                </c:pt>
                <c:pt idx="174">
                  <c:v>7.8574332476806381</c:v>
                </c:pt>
                <c:pt idx="175">
                  <c:v>1.0462884131533268</c:v>
                </c:pt>
                <c:pt idx="176">
                  <c:v>-0.94084064589097705</c:v>
                </c:pt>
                <c:pt idx="177">
                  <c:v>-3.3016959528705616</c:v>
                </c:pt>
                <c:pt idx="178">
                  <c:v>-10.376653291439798</c:v>
                </c:pt>
                <c:pt idx="179">
                  <c:v>-0.58531531716123919</c:v>
                </c:pt>
                <c:pt idx="180">
                  <c:v>1.6816792934552529</c:v>
                </c:pt>
                <c:pt idx="181">
                  <c:v>-5.1965073841927261</c:v>
                </c:pt>
                <c:pt idx="182">
                  <c:v>-3.6897072861564664</c:v>
                </c:pt>
                <c:pt idx="183">
                  <c:v>5.5912583958563564</c:v>
                </c:pt>
                <c:pt idx="184">
                  <c:v>8.3023719264072362</c:v>
                </c:pt>
                <c:pt idx="185">
                  <c:v>-8.8101412605912053</c:v>
                </c:pt>
                <c:pt idx="186">
                  <c:v>4.3562870049171458</c:v>
                </c:pt>
                <c:pt idx="187">
                  <c:v>3.8194624348362129</c:v>
                </c:pt>
                <c:pt idx="188">
                  <c:v>0.68709208786276399</c:v>
                </c:pt>
                <c:pt idx="189">
                  <c:v>-4.6248190697403668</c:v>
                </c:pt>
                <c:pt idx="190">
                  <c:v>1.8824549161667359</c:v>
                </c:pt>
                <c:pt idx="191">
                  <c:v>10.129264709540164</c:v>
                </c:pt>
                <c:pt idx="192">
                  <c:v>-1.3851224993917601</c:v>
                </c:pt>
                <c:pt idx="193">
                  <c:v>-3.0557147884881863</c:v>
                </c:pt>
                <c:pt idx="194">
                  <c:v>6.919275407671706</c:v>
                </c:pt>
                <c:pt idx="195">
                  <c:v>-7.8040846554514056</c:v>
                </c:pt>
                <c:pt idx="196">
                  <c:v>9.6070822438994004</c:v>
                </c:pt>
                <c:pt idx="197">
                  <c:v>-5.1816725705891666E-2</c:v>
                </c:pt>
                <c:pt idx="198">
                  <c:v>-1.9608950935076879</c:v>
                </c:pt>
                <c:pt idx="199">
                  <c:v>-1.5394822973934477</c:v>
                </c:pt>
                <c:pt idx="200">
                  <c:v>-1.2148225557537446</c:v>
                </c:pt>
                <c:pt idx="201">
                  <c:v>12.945351632246936</c:v>
                </c:pt>
                <c:pt idx="202">
                  <c:v>-4.4912569837543712</c:v>
                </c:pt>
                <c:pt idx="203">
                  <c:v>8.8361188751646171</c:v>
                </c:pt>
                <c:pt idx="204">
                  <c:v>9.0366889870243039</c:v>
                </c:pt>
                <c:pt idx="205">
                  <c:v>4.9411649505148549</c:v>
                </c:pt>
                <c:pt idx="206">
                  <c:v>4.343231616262762</c:v>
                </c:pt>
                <c:pt idx="207">
                  <c:v>-8.0315673119336619</c:v>
                </c:pt>
                <c:pt idx="208">
                  <c:v>6.117819680968835</c:v>
                </c:pt>
                <c:pt idx="209">
                  <c:v>-8.5823358990211549</c:v>
                </c:pt>
                <c:pt idx="210">
                  <c:v>1.0498090276607959</c:v>
                </c:pt>
                <c:pt idx="211">
                  <c:v>-2.8204938836611633</c:v>
                </c:pt>
                <c:pt idx="212">
                  <c:v>9.080824301815051</c:v>
                </c:pt>
                <c:pt idx="213">
                  <c:v>1.3154261218559029</c:v>
                </c:pt>
                <c:pt idx="214">
                  <c:v>4.7359207060406319E-2</c:v>
                </c:pt>
                <c:pt idx="215">
                  <c:v>-5.201776863994235</c:v>
                </c:pt>
                <c:pt idx="216">
                  <c:v>-11.77450250497248</c:v>
                </c:pt>
                <c:pt idx="217">
                  <c:v>3.6015285040141718</c:v>
                </c:pt>
                <c:pt idx="218">
                  <c:v>4.8841781579292531</c:v>
                </c:pt>
                <c:pt idx="219">
                  <c:v>0.4577807668311385</c:v>
                </c:pt>
                <c:pt idx="220">
                  <c:v>8.4786250907834813</c:v>
                </c:pt>
                <c:pt idx="221">
                  <c:v>8.9958633533627264E-2</c:v>
                </c:pt>
                <c:pt idx="222">
                  <c:v>10.322594876346686</c:v>
                </c:pt>
                <c:pt idx="223">
                  <c:v>2.5277595200105494</c:v>
                </c:pt>
                <c:pt idx="224">
                  <c:v>-6.5929211821697145</c:v>
                </c:pt>
                <c:pt idx="225">
                  <c:v>2.2955590069235545</c:v>
                </c:pt>
                <c:pt idx="226">
                  <c:v>-0.8267396374004462</c:v>
                </c:pt>
                <c:pt idx="227">
                  <c:v>-1.7691536103653527</c:v>
                </c:pt>
                <c:pt idx="228">
                  <c:v>-3.2754810217632651</c:v>
                </c:pt>
                <c:pt idx="229">
                  <c:v>-2.2195543700644458</c:v>
                </c:pt>
                <c:pt idx="230">
                  <c:v>-0.23934170609471736</c:v>
                </c:pt>
                <c:pt idx="231">
                  <c:v>10.460509082796543</c:v>
                </c:pt>
                <c:pt idx="232">
                  <c:v>-9.0862332031490123</c:v>
                </c:pt>
                <c:pt idx="233">
                  <c:v>1.7945620248480039</c:v>
                </c:pt>
                <c:pt idx="234">
                  <c:v>-4.9314447242487631</c:v>
                </c:pt>
                <c:pt idx="235">
                  <c:v>9.5889712263388915</c:v>
                </c:pt>
                <c:pt idx="236">
                  <c:v>-5.04037321732058</c:v>
                </c:pt>
                <c:pt idx="237">
                  <c:v>-6.6067687162827617</c:v>
                </c:pt>
                <c:pt idx="238">
                  <c:v>6.3628057604357524</c:v>
                </c:pt>
                <c:pt idx="239">
                  <c:v>-4.5085713202401729</c:v>
                </c:pt>
                <c:pt idx="240">
                  <c:v>8.6006670550384481</c:v>
                </c:pt>
                <c:pt idx="241">
                  <c:v>1.6346895231964389</c:v>
                </c:pt>
                <c:pt idx="242">
                  <c:v>4.5587529197112353</c:v>
                </c:pt>
                <c:pt idx="243">
                  <c:v>-11.55372935566848</c:v>
                </c:pt>
                <c:pt idx="244">
                  <c:v>-5.4772622083577351</c:v>
                </c:pt>
                <c:pt idx="245">
                  <c:v>-4.825415346940459</c:v>
                </c:pt>
                <c:pt idx="246">
                  <c:v>5.8806121987846547</c:v>
                </c:pt>
                <c:pt idx="247">
                  <c:v>7.3757353882469268</c:v>
                </c:pt>
                <c:pt idx="248">
                  <c:v>-2.7153043212858679</c:v>
                </c:pt>
                <c:pt idx="249">
                  <c:v>-5.0571597712079965</c:v>
                </c:pt>
                <c:pt idx="250">
                  <c:v>-3.7970694756200976</c:v>
                </c:pt>
                <c:pt idx="251">
                  <c:v>3.7228659736410479</c:v>
                </c:pt>
                <c:pt idx="252">
                  <c:v>-3.5201793844407203</c:v>
                </c:pt>
                <c:pt idx="253">
                  <c:v>2.3745999058209546</c:v>
                </c:pt>
                <c:pt idx="254">
                  <c:v>-4.7488872895281551</c:v>
                </c:pt>
                <c:pt idx="255">
                  <c:v>-0.89433434484077867</c:v>
                </c:pt>
                <c:pt idx="256">
                  <c:v>-6.3571948389076365</c:v>
                </c:pt>
                <c:pt idx="257">
                  <c:v>-10.145503057737558</c:v>
                </c:pt>
                <c:pt idx="258">
                  <c:v>-4.5378641782873634</c:v>
                </c:pt>
                <c:pt idx="259">
                  <c:v>-3.563536565193766</c:v>
                </c:pt>
                <c:pt idx="260">
                  <c:v>-10.956967420146281</c:v>
                </c:pt>
                <c:pt idx="261">
                  <c:v>4.26202641873157</c:v>
                </c:pt>
                <c:pt idx="262">
                  <c:v>2.9361063931266527</c:v>
                </c:pt>
                <c:pt idx="263">
                  <c:v>4.5828093622326334</c:v>
                </c:pt>
                <c:pt idx="264">
                  <c:v>-9.6353095489765046</c:v>
                </c:pt>
                <c:pt idx="265">
                  <c:v>-8.1305082687519889E-2</c:v>
                </c:pt>
                <c:pt idx="266">
                  <c:v>1.8666301141213759</c:v>
                </c:pt>
                <c:pt idx="267">
                  <c:v>11.101736409270732</c:v>
                </c:pt>
                <c:pt idx="268">
                  <c:v>-9.6353301866086802</c:v>
                </c:pt>
                <c:pt idx="269">
                  <c:v>4.0882048790776668</c:v>
                </c:pt>
                <c:pt idx="270">
                  <c:v>-5.1605594474060714</c:v>
                </c:pt>
                <c:pt idx="271">
                  <c:v>-1.629097177814808</c:v>
                </c:pt>
                <c:pt idx="272">
                  <c:v>-0.33957906864269616</c:v>
                </c:pt>
                <c:pt idx="273">
                  <c:v>6.9916509177761146</c:v>
                </c:pt>
                <c:pt idx="274">
                  <c:v>2.8551688308538461</c:v>
                </c:pt>
                <c:pt idx="275">
                  <c:v>-10.759313770336744</c:v>
                </c:pt>
                <c:pt idx="276">
                  <c:v>-0.96045837378747756</c:v>
                </c:pt>
                <c:pt idx="277">
                  <c:v>-0.77927748881124503</c:v>
                </c:pt>
                <c:pt idx="278">
                  <c:v>3.148955016128907E-2</c:v>
                </c:pt>
                <c:pt idx="279">
                  <c:v>5.0164576151974485</c:v>
                </c:pt>
                <c:pt idx="280">
                  <c:v>-11.460568839687578</c:v>
                </c:pt>
                <c:pt idx="281">
                  <c:v>5.4968158680688806</c:v>
                </c:pt>
                <c:pt idx="282">
                  <c:v>4.3443497176080887</c:v>
                </c:pt>
                <c:pt idx="283">
                  <c:v>-12.675438478434758</c:v>
                </c:pt>
                <c:pt idx="284">
                  <c:v>1.8217783615178749</c:v>
                </c:pt>
                <c:pt idx="285">
                  <c:v>0.57258690990249761</c:v>
                </c:pt>
                <c:pt idx="286">
                  <c:v>-7.2752227717302436</c:v>
                </c:pt>
                <c:pt idx="287">
                  <c:v>-5.4941290385005734</c:v>
                </c:pt>
                <c:pt idx="288">
                  <c:v>12.864419900062646</c:v>
                </c:pt>
                <c:pt idx="289">
                  <c:v>-10.94996423800648</c:v>
                </c:pt>
                <c:pt idx="290">
                  <c:v>-2.7044287846137407</c:v>
                </c:pt>
                <c:pt idx="291">
                  <c:v>5.2718635393565361</c:v>
                </c:pt>
                <c:pt idx="292">
                  <c:v>-5.4854161909962054</c:v>
                </c:pt>
                <c:pt idx="293">
                  <c:v>1.0220343554222431</c:v>
                </c:pt>
                <c:pt idx="294">
                  <c:v>7.9734668128813615</c:v>
                </c:pt>
                <c:pt idx="295">
                  <c:v>-11.310396083259542</c:v>
                </c:pt>
                <c:pt idx="296">
                  <c:v>-6.9577690486296664</c:v>
                </c:pt>
                <c:pt idx="297">
                  <c:v>-3.111274748045445</c:v>
                </c:pt>
                <c:pt idx="298">
                  <c:v>-8.6954334195889</c:v>
                </c:pt>
                <c:pt idx="299">
                  <c:v>-6.3395185695665761</c:v>
                </c:pt>
                <c:pt idx="300">
                  <c:v>11.264154775084442</c:v>
                </c:pt>
                <c:pt idx="301">
                  <c:v>1.6524016417443459</c:v>
                </c:pt>
                <c:pt idx="302">
                  <c:v>-0.31394582554001244</c:v>
                </c:pt>
                <c:pt idx="303">
                  <c:v>1.5420148647415926</c:v>
                </c:pt>
                <c:pt idx="304">
                  <c:v>-5.4453742510511542</c:v>
                </c:pt>
                <c:pt idx="305">
                  <c:v>5.6676451600823965</c:v>
                </c:pt>
                <c:pt idx="306">
                  <c:v>-9.2081052783432522</c:v>
                </c:pt>
                <c:pt idx="307">
                  <c:v>1.978872346000782</c:v>
                </c:pt>
                <c:pt idx="308">
                  <c:v>-4.664570566371844</c:v>
                </c:pt>
                <c:pt idx="309">
                  <c:v>1.0983869335654479</c:v>
                </c:pt>
                <c:pt idx="310">
                  <c:v>14.572760943973353</c:v>
                </c:pt>
                <c:pt idx="311">
                  <c:v>-7.2248989945170496</c:v>
                </c:pt>
                <c:pt idx="312">
                  <c:v>1.4786772593729651</c:v>
                </c:pt>
                <c:pt idx="313">
                  <c:v>-9.1698785010782409</c:v>
                </c:pt>
                <c:pt idx="314">
                  <c:v>-2.8723949046464794</c:v>
                </c:pt>
                <c:pt idx="315">
                  <c:v>-10.102628193131268</c:v>
                </c:pt>
                <c:pt idx="316">
                  <c:v>-7.7749793823272446</c:v>
                </c:pt>
                <c:pt idx="317">
                  <c:v>-2.3281549372615302</c:v>
                </c:pt>
                <c:pt idx="318">
                  <c:v>-8.4317368907926138</c:v>
                </c:pt>
                <c:pt idx="319">
                  <c:v>0.39472929636941034</c:v>
                </c:pt>
                <c:pt idx="320">
                  <c:v>-3.8050629346689386</c:v>
                </c:pt>
                <c:pt idx="321">
                  <c:v>-4.8607639395522266</c:v>
                </c:pt>
                <c:pt idx="322">
                  <c:v>-0.47693501479765482</c:v>
                </c:pt>
                <c:pt idx="323">
                  <c:v>-10.912334619988682</c:v>
                </c:pt>
                <c:pt idx="324">
                  <c:v>1.1065333372453034</c:v>
                </c:pt>
                <c:pt idx="325">
                  <c:v>5.6632746930513349</c:v>
                </c:pt>
                <c:pt idx="326">
                  <c:v>-12.470605374145977</c:v>
                </c:pt>
                <c:pt idx="327">
                  <c:v>-9.390290095134139</c:v>
                </c:pt>
                <c:pt idx="328">
                  <c:v>-11.275590381442935</c:v>
                </c:pt>
                <c:pt idx="329">
                  <c:v>-3.4016195073424544</c:v>
                </c:pt>
                <c:pt idx="330">
                  <c:v>4.2424330546351214</c:v>
                </c:pt>
                <c:pt idx="331">
                  <c:v>2.9719343429383445</c:v>
                </c:pt>
                <c:pt idx="332">
                  <c:v>2.7702340367109137</c:v>
                </c:pt>
                <c:pt idx="333">
                  <c:v>3.4166041902863342</c:v>
                </c:pt>
                <c:pt idx="334">
                  <c:v>5.1675319224785667</c:v>
                </c:pt>
                <c:pt idx="335">
                  <c:v>4.4894848467173709</c:v>
                </c:pt>
                <c:pt idx="336">
                  <c:v>7.0028410362807687</c:v>
                </c:pt>
                <c:pt idx="337">
                  <c:v>-8.7775439144303444</c:v>
                </c:pt>
                <c:pt idx="338">
                  <c:v>4.7482501492200822</c:v>
                </c:pt>
                <c:pt idx="339">
                  <c:v>-5.1264433247261803</c:v>
                </c:pt>
                <c:pt idx="340">
                  <c:v>-3.6407789716937518</c:v>
                </c:pt>
                <c:pt idx="341">
                  <c:v>-0.57992989506704606</c:v>
                </c:pt>
                <c:pt idx="342">
                  <c:v>-10.271258335918098</c:v>
                </c:pt>
                <c:pt idx="343">
                  <c:v>3.4436152808648539</c:v>
                </c:pt>
                <c:pt idx="344">
                  <c:v>-8.0514028415856078</c:v>
                </c:pt>
                <c:pt idx="345">
                  <c:v>-1.2194899674213493</c:v>
                </c:pt>
                <c:pt idx="346">
                  <c:v>-1.4086524636075752</c:v>
                </c:pt>
                <c:pt idx="347">
                  <c:v>1.8037328975946867</c:v>
                </c:pt>
                <c:pt idx="348">
                  <c:v>-4.938136949275111</c:v>
                </c:pt>
                <c:pt idx="349">
                  <c:v>4.1521048025269947</c:v>
                </c:pt>
                <c:pt idx="350">
                  <c:v>-4.2296836211926632</c:v>
                </c:pt>
                <c:pt idx="351">
                  <c:v>2.7706857268935474</c:v>
                </c:pt>
                <c:pt idx="352">
                  <c:v>-9.1776227990753849</c:v>
                </c:pt>
                <c:pt idx="353">
                  <c:v>-2.6645542001245728</c:v>
                </c:pt>
                <c:pt idx="354">
                  <c:v>7.2278541500762721</c:v>
                </c:pt>
                <c:pt idx="355">
                  <c:v>-7.1320507029346132</c:v>
                </c:pt>
                <c:pt idx="356">
                  <c:v>5.6852060173068502</c:v>
                </c:pt>
                <c:pt idx="357">
                  <c:v>-6.4964097621252082</c:v>
                </c:pt>
                <c:pt idx="358">
                  <c:v>-6.5834423072626125</c:v>
                </c:pt>
                <c:pt idx="359">
                  <c:v>1.5232622767836947</c:v>
                </c:pt>
                <c:pt idx="360">
                  <c:v>2.7242577210722589</c:v>
                </c:pt>
                <c:pt idx="361">
                  <c:v>7.0157976477928186</c:v>
                </c:pt>
                <c:pt idx="362">
                  <c:v>-8.4123501758531657E-2</c:v>
                </c:pt>
                <c:pt idx="363">
                  <c:v>-9.2808656810839676E-2</c:v>
                </c:pt>
                <c:pt idx="364">
                  <c:v>7.2900119917136399</c:v>
                </c:pt>
                <c:pt idx="365">
                  <c:v>-11.050358772364174</c:v>
                </c:pt>
                <c:pt idx="366">
                  <c:v>6.2300518191553103</c:v>
                </c:pt>
                <c:pt idx="367">
                  <c:v>8.4950071871209278</c:v>
                </c:pt>
                <c:pt idx="368">
                  <c:v>-9.7090656735028222</c:v>
                </c:pt>
                <c:pt idx="369">
                  <c:v>1.2546445548576177</c:v>
                </c:pt>
                <c:pt idx="370">
                  <c:v>0.11733105374371769</c:v>
                </c:pt>
                <c:pt idx="371">
                  <c:v>-8.4506560908129913</c:v>
                </c:pt>
                <c:pt idx="372">
                  <c:v>-5.0660943496835973</c:v>
                </c:pt>
                <c:pt idx="373">
                  <c:v>-0.13918219597908091</c:v>
                </c:pt>
                <c:pt idx="374">
                  <c:v>3.4217404749264859</c:v>
                </c:pt>
                <c:pt idx="375">
                  <c:v>-0.27225990101959391</c:v>
                </c:pt>
                <c:pt idx="376">
                  <c:v>0.10901848088766165</c:v>
                </c:pt>
                <c:pt idx="377">
                  <c:v>0.42533913684605823</c:v>
                </c:pt>
                <c:pt idx="378">
                  <c:v>7.6050728979994062</c:v>
                </c:pt>
                <c:pt idx="379">
                  <c:v>4.2185160200616929</c:v>
                </c:pt>
                <c:pt idx="380">
                  <c:v>6.3321356343990693</c:v>
                </c:pt>
                <c:pt idx="381">
                  <c:v>-5.3569734139018355</c:v>
                </c:pt>
                <c:pt idx="382">
                  <c:v>0.28311655116399098</c:v>
                </c:pt>
                <c:pt idx="383">
                  <c:v>-10.296390020803083</c:v>
                </c:pt>
                <c:pt idx="384">
                  <c:v>0.30989576736124169</c:v>
                </c:pt>
                <c:pt idx="385">
                  <c:v>5.6340738150894154</c:v>
                </c:pt>
                <c:pt idx="386">
                  <c:v>11.649589214625262</c:v>
                </c:pt>
                <c:pt idx="387">
                  <c:v>6.3991171720492943</c:v>
                </c:pt>
                <c:pt idx="388">
                  <c:v>12.859737509506898</c:v>
                </c:pt>
                <c:pt idx="389">
                  <c:v>-2.1717465774375571</c:v>
                </c:pt>
                <c:pt idx="390">
                  <c:v>0.14068054673892369</c:v>
                </c:pt>
                <c:pt idx="391">
                  <c:v>-3.9180742779706619</c:v>
                </c:pt>
                <c:pt idx="392">
                  <c:v>3.9786166414375179</c:v>
                </c:pt>
                <c:pt idx="393">
                  <c:v>11.423772615513364</c:v>
                </c:pt>
                <c:pt idx="394">
                  <c:v>0.73124204234191981</c:v>
                </c:pt>
                <c:pt idx="395">
                  <c:v>-5.4182668619154111</c:v>
                </c:pt>
                <c:pt idx="396">
                  <c:v>-11.349345518577815</c:v>
                </c:pt>
                <c:pt idx="397">
                  <c:v>-2.0807653725852631</c:v>
                </c:pt>
                <c:pt idx="398">
                  <c:v>-7.8022472014241222</c:v>
                </c:pt>
                <c:pt idx="399">
                  <c:v>-5.6372361992158346</c:v>
                </c:pt>
                <c:pt idx="400">
                  <c:v>-4.1518215490875612</c:v>
                </c:pt>
                <c:pt idx="401">
                  <c:v>-2.3147126522590993</c:v>
                </c:pt>
                <c:pt idx="402">
                  <c:v>3.9412762146954909</c:v>
                </c:pt>
                <c:pt idx="403">
                  <c:v>-3.9298338944955216</c:v>
                </c:pt>
                <c:pt idx="404">
                  <c:v>-4.4946884836508803</c:v>
                </c:pt>
                <c:pt idx="405">
                  <c:v>-7.1711816729833249</c:v>
                </c:pt>
                <c:pt idx="406">
                  <c:v>6.697761365988411</c:v>
                </c:pt>
                <c:pt idx="407">
                  <c:v>-10.687811614052292</c:v>
                </c:pt>
                <c:pt idx="408">
                  <c:v>3.3135585853822827</c:v>
                </c:pt>
                <c:pt idx="409">
                  <c:v>-6.8498828486871775</c:v>
                </c:pt>
                <c:pt idx="410">
                  <c:v>-8.7645403211190569</c:v>
                </c:pt>
                <c:pt idx="411">
                  <c:v>3.8327660073834675</c:v>
                </c:pt>
                <c:pt idx="412">
                  <c:v>-5.2911249527283646</c:v>
                </c:pt>
                <c:pt idx="413">
                  <c:v>8.194513892646766</c:v>
                </c:pt>
                <c:pt idx="414">
                  <c:v>11.302177405745535</c:v>
                </c:pt>
                <c:pt idx="415">
                  <c:v>0.99599738363853518</c:v>
                </c:pt>
                <c:pt idx="416">
                  <c:v>2.8013888490130183</c:v>
                </c:pt>
                <c:pt idx="417">
                  <c:v>4.4348957747254376</c:v>
                </c:pt>
                <c:pt idx="418">
                  <c:v>10.836484819502902</c:v>
                </c:pt>
                <c:pt idx="419">
                  <c:v>7.0308902696004116</c:v>
                </c:pt>
                <c:pt idx="420">
                  <c:v>6.393480397425181</c:v>
                </c:pt>
                <c:pt idx="421">
                  <c:v>-6.2379412831819758</c:v>
                </c:pt>
                <c:pt idx="422">
                  <c:v>8.5481336317315897</c:v>
                </c:pt>
                <c:pt idx="423">
                  <c:v>11.691747160880599</c:v>
                </c:pt>
                <c:pt idx="424">
                  <c:v>-1.1282501551648167</c:v>
                </c:pt>
                <c:pt idx="425">
                  <c:v>-3.2386549382605772</c:v>
                </c:pt>
                <c:pt idx="426">
                  <c:v>10.841384472877149</c:v>
                </c:pt>
                <c:pt idx="427">
                  <c:v>-2.1935791030500318</c:v>
                </c:pt>
                <c:pt idx="428">
                  <c:v>5.1595953638520129</c:v>
                </c:pt>
                <c:pt idx="429">
                  <c:v>7.8073690889283265</c:v>
                </c:pt>
                <c:pt idx="430">
                  <c:v>7.8000865272074558</c:v>
                </c:pt>
                <c:pt idx="431">
                  <c:v>0.44848116437306756</c:v>
                </c:pt>
                <c:pt idx="432">
                  <c:v>0.86659419719872355</c:v>
                </c:pt>
                <c:pt idx="433">
                  <c:v>-0.29006605834393195</c:v>
                </c:pt>
                <c:pt idx="434">
                  <c:v>0.1336639558451754</c:v>
                </c:pt>
                <c:pt idx="435">
                  <c:v>-5.2328605405830162</c:v>
                </c:pt>
                <c:pt idx="436">
                  <c:v>4.8646259784448294</c:v>
                </c:pt>
                <c:pt idx="437">
                  <c:v>-2.6196297328834879</c:v>
                </c:pt>
                <c:pt idx="438">
                  <c:v>0.37365456949274778</c:v>
                </c:pt>
                <c:pt idx="439">
                  <c:v>-0.41592348905318621</c:v>
                </c:pt>
                <c:pt idx="440">
                  <c:v>-3.5113893535685201E-3</c:v>
                </c:pt>
                <c:pt idx="441">
                  <c:v>2.7780380868174062</c:v>
                </c:pt>
                <c:pt idx="442">
                  <c:v>2.3721025036651153</c:v>
                </c:pt>
                <c:pt idx="443">
                  <c:v>-4.7117634685619052</c:v>
                </c:pt>
                <c:pt idx="444">
                  <c:v>-4.5464622284396494</c:v>
                </c:pt>
                <c:pt idx="445">
                  <c:v>-1.020964469055136</c:v>
                </c:pt>
                <c:pt idx="446">
                  <c:v>-0.48794273891055845</c:v>
                </c:pt>
                <c:pt idx="447">
                  <c:v>-0.21761283076057644</c:v>
                </c:pt>
                <c:pt idx="448">
                  <c:v>-4.7982206795788311</c:v>
                </c:pt>
                <c:pt idx="449">
                  <c:v>-5.0238154236656376</c:v>
                </c:pt>
                <c:pt idx="450">
                  <c:v>-1.3066323136782736</c:v>
                </c:pt>
                <c:pt idx="451">
                  <c:v>9.0589737557640948</c:v>
                </c:pt>
                <c:pt idx="452">
                  <c:v>-7.0699553608314885</c:v>
                </c:pt>
                <c:pt idx="453">
                  <c:v>-3.2565105939916772</c:v>
                </c:pt>
                <c:pt idx="454">
                  <c:v>-4.4519170716058891</c:v>
                </c:pt>
                <c:pt idx="455">
                  <c:v>1.9437140639308188</c:v>
                </c:pt>
                <c:pt idx="456">
                  <c:v>5.0082294166099572</c:v>
                </c:pt>
                <c:pt idx="457">
                  <c:v>-0.63955060539230624</c:v>
                </c:pt>
                <c:pt idx="458">
                  <c:v>2.6450681325785914</c:v>
                </c:pt>
                <c:pt idx="459">
                  <c:v>1.9393518763308777</c:v>
                </c:pt>
                <c:pt idx="460">
                  <c:v>-1.6446291297316045</c:v>
                </c:pt>
                <c:pt idx="461">
                  <c:v>11.067277497181983</c:v>
                </c:pt>
                <c:pt idx="462">
                  <c:v>2.5430763921544415</c:v>
                </c:pt>
                <c:pt idx="463">
                  <c:v>0.42072885219921813</c:v>
                </c:pt>
                <c:pt idx="464">
                  <c:v>-10.943633822424758</c:v>
                </c:pt>
                <c:pt idx="465">
                  <c:v>-6.4955768931912683</c:v>
                </c:pt>
                <c:pt idx="466">
                  <c:v>-2.2754419108674777</c:v>
                </c:pt>
                <c:pt idx="467">
                  <c:v>-1.8907466163615638</c:v>
                </c:pt>
                <c:pt idx="468">
                  <c:v>-5.6041342606824252</c:v>
                </c:pt>
                <c:pt idx="469">
                  <c:v>-8.5410280594003858</c:v>
                </c:pt>
                <c:pt idx="470">
                  <c:v>3.0642471645301907</c:v>
                </c:pt>
                <c:pt idx="471">
                  <c:v>12.11147222077865</c:v>
                </c:pt>
                <c:pt idx="472">
                  <c:v>-3.4210822845110154</c:v>
                </c:pt>
                <c:pt idx="473">
                  <c:v>5.857299981854986</c:v>
                </c:pt>
                <c:pt idx="474">
                  <c:v>5.4236009758982968</c:v>
                </c:pt>
                <c:pt idx="475">
                  <c:v>-1.946618457496599</c:v>
                </c:pt>
                <c:pt idx="476">
                  <c:v>6.4203369055849597</c:v>
                </c:pt>
                <c:pt idx="477">
                  <c:v>0.76137665691231271</c:v>
                </c:pt>
                <c:pt idx="478">
                  <c:v>-7.5554380663248546</c:v>
                </c:pt>
                <c:pt idx="479">
                  <c:v>3.1763365049093717</c:v>
                </c:pt>
                <c:pt idx="480">
                  <c:v>10.606108246887747</c:v>
                </c:pt>
                <c:pt idx="481">
                  <c:v>1.473298150636799</c:v>
                </c:pt>
                <c:pt idx="482">
                  <c:v>-2.5726192002811312</c:v>
                </c:pt>
                <c:pt idx="483">
                  <c:v>2.1106449922831865</c:v>
                </c:pt>
                <c:pt idx="484">
                  <c:v>2.8838400863696085</c:v>
                </c:pt>
                <c:pt idx="485">
                  <c:v>-10.691871343657709</c:v>
                </c:pt>
                <c:pt idx="486">
                  <c:v>-13.267461413077173</c:v>
                </c:pt>
                <c:pt idx="487">
                  <c:v>-1.447185653917952</c:v>
                </c:pt>
                <c:pt idx="488">
                  <c:v>5.9504559445553102</c:v>
                </c:pt>
                <c:pt idx="489">
                  <c:v>0.69405725098809923</c:v>
                </c:pt>
                <c:pt idx="490">
                  <c:v>7.0678479358756272</c:v>
                </c:pt>
                <c:pt idx="491">
                  <c:v>-7.8929703467542351</c:v>
                </c:pt>
                <c:pt idx="492">
                  <c:v>-6.7236100051580516</c:v>
                </c:pt>
                <c:pt idx="493">
                  <c:v>-4.9375468442526387</c:v>
                </c:pt>
                <c:pt idx="494">
                  <c:v>-4.5448180006537671</c:v>
                </c:pt>
                <c:pt idx="495">
                  <c:v>8.5815145912354769</c:v>
                </c:pt>
                <c:pt idx="496">
                  <c:v>3.1974868580121383</c:v>
                </c:pt>
                <c:pt idx="497">
                  <c:v>-9.9496568611232341</c:v>
                </c:pt>
                <c:pt idx="498">
                  <c:v>-0.87476757931138294</c:v>
                </c:pt>
                <c:pt idx="499">
                  <c:v>-4.579905120850059</c:v>
                </c:pt>
                <c:pt idx="500">
                  <c:v>-5.1655856508849594</c:v>
                </c:pt>
                <c:pt idx="501">
                  <c:v>6.8029719945976463</c:v>
                </c:pt>
                <c:pt idx="502">
                  <c:v>7.5942775707260228</c:v>
                </c:pt>
                <c:pt idx="503">
                  <c:v>-10.127309679876291</c:v>
                </c:pt>
                <c:pt idx="504">
                  <c:v>8.6895639753351173</c:v>
                </c:pt>
                <c:pt idx="505">
                  <c:v>4.4850077285247059</c:v>
                </c:pt>
                <c:pt idx="506">
                  <c:v>5.5965679657530565</c:v>
                </c:pt>
                <c:pt idx="507">
                  <c:v>0.90174626746031994</c:v>
                </c:pt>
                <c:pt idx="508">
                  <c:v>-9.4608313977890841</c:v>
                </c:pt>
                <c:pt idx="509">
                  <c:v>11.772088135349538</c:v>
                </c:pt>
                <c:pt idx="510">
                  <c:v>6.5630398964203893</c:v>
                </c:pt>
                <c:pt idx="511">
                  <c:v>-7.4411997499410036</c:v>
                </c:pt>
                <c:pt idx="512">
                  <c:v>5.3268708596078334</c:v>
                </c:pt>
                <c:pt idx="513">
                  <c:v>12.946969139107154</c:v>
                </c:pt>
                <c:pt idx="514">
                  <c:v>2.0269958654060605</c:v>
                </c:pt>
                <c:pt idx="515">
                  <c:v>-9.3572859128251071</c:v>
                </c:pt>
                <c:pt idx="516">
                  <c:v>-6.9389092530093395</c:v>
                </c:pt>
                <c:pt idx="517">
                  <c:v>-6.3074837553669516</c:v>
                </c:pt>
                <c:pt idx="518">
                  <c:v>-7.7735201122222053</c:v>
                </c:pt>
                <c:pt idx="519">
                  <c:v>1.4788526875690264</c:v>
                </c:pt>
                <c:pt idx="520">
                  <c:v>4.9833808796895287</c:v>
                </c:pt>
                <c:pt idx="521">
                  <c:v>-7.6926080830605885</c:v>
                </c:pt>
                <c:pt idx="522">
                  <c:v>-6.425983309275269</c:v>
                </c:pt>
                <c:pt idx="523">
                  <c:v>-7.2999317276355242</c:v>
                </c:pt>
                <c:pt idx="524">
                  <c:v>-4.8015563154711804</c:v>
                </c:pt>
                <c:pt idx="525">
                  <c:v>-2.7755938027235949</c:v>
                </c:pt>
                <c:pt idx="526">
                  <c:v>-2.4510675142940115</c:v>
                </c:pt>
                <c:pt idx="527">
                  <c:v>1.1995091471868882</c:v>
                </c:pt>
                <c:pt idx="528">
                  <c:v>-2.1094174960229815</c:v>
                </c:pt>
                <c:pt idx="529">
                  <c:v>14.650980572062988</c:v>
                </c:pt>
                <c:pt idx="530">
                  <c:v>-9.320061543438916</c:v>
                </c:pt>
                <c:pt idx="531">
                  <c:v>11.120777620238467</c:v>
                </c:pt>
                <c:pt idx="532">
                  <c:v>-10.376872336435106</c:v>
                </c:pt>
                <c:pt idx="533">
                  <c:v>6.8344943485082501</c:v>
                </c:pt>
                <c:pt idx="534">
                  <c:v>8.104405288544223</c:v>
                </c:pt>
                <c:pt idx="535">
                  <c:v>4.17128851585466</c:v>
                </c:pt>
                <c:pt idx="536">
                  <c:v>9.0841528692759255</c:v>
                </c:pt>
                <c:pt idx="537">
                  <c:v>-10.281421851920301</c:v>
                </c:pt>
                <c:pt idx="538">
                  <c:v>-5.9733649006432294</c:v>
                </c:pt>
                <c:pt idx="539">
                  <c:v>-0.19235565984811875</c:v>
                </c:pt>
                <c:pt idx="540">
                  <c:v>4.8202439532991894</c:v>
                </c:pt>
                <c:pt idx="541">
                  <c:v>1.9688270476012792</c:v>
                </c:pt>
                <c:pt idx="542">
                  <c:v>-5.1230272129818157</c:v>
                </c:pt>
                <c:pt idx="543">
                  <c:v>-5.5469124909476317</c:v>
                </c:pt>
                <c:pt idx="544">
                  <c:v>4.093418999298585</c:v>
                </c:pt>
                <c:pt idx="545">
                  <c:v>-3.3342670223257955</c:v>
                </c:pt>
                <c:pt idx="546">
                  <c:v>-11.368494022852744</c:v>
                </c:pt>
                <c:pt idx="547">
                  <c:v>0.7797743815434468</c:v>
                </c:pt>
                <c:pt idx="548">
                  <c:v>-8.8485473284241944</c:v>
                </c:pt>
                <c:pt idx="549">
                  <c:v>-7.509039611824214</c:v>
                </c:pt>
                <c:pt idx="550">
                  <c:v>-13.495062490643821</c:v>
                </c:pt>
                <c:pt idx="551">
                  <c:v>-5.5912807716569795</c:v>
                </c:pt>
                <c:pt idx="552">
                  <c:v>-0.87305478460820563</c:v>
                </c:pt>
                <c:pt idx="553">
                  <c:v>-7.4870395765139417</c:v>
                </c:pt>
                <c:pt idx="554">
                  <c:v>-8.5108728991138545</c:v>
                </c:pt>
                <c:pt idx="555">
                  <c:v>-2.5250483990907955</c:v>
                </c:pt>
                <c:pt idx="556">
                  <c:v>-0.88977790410772206</c:v>
                </c:pt>
                <c:pt idx="557">
                  <c:v>-10.280351883371308</c:v>
                </c:pt>
                <c:pt idx="558">
                  <c:v>-7.0820020827211838</c:v>
                </c:pt>
                <c:pt idx="559">
                  <c:v>-11.078579640922198</c:v>
                </c:pt>
                <c:pt idx="560">
                  <c:v>-8.1772710753072939</c:v>
                </c:pt>
                <c:pt idx="561">
                  <c:v>10.818837834274674</c:v>
                </c:pt>
                <c:pt idx="562">
                  <c:v>-5.8664706143599528</c:v>
                </c:pt>
                <c:pt idx="563">
                  <c:v>-5.6855180691983049</c:v>
                </c:pt>
                <c:pt idx="564">
                  <c:v>-4.6106692542819241</c:v>
                </c:pt>
              </c:numCache>
            </c:numRef>
          </c:yVal>
          <c:smooth val="0"/>
          <c:extLst xmlns:ns2="http://schemas.microsoft.com/office/drawing/2014/chart">
            <c:ext xmlns:c16="http://schemas.microsoft.com/office/drawing/2014/chart" uri="{C3380CC4-5D6E-409C-BE32-E72D297353CC}">
              <c16:uniqueId val="{00000000-8364-4F29-A3DA-A23872454911}"/>
            </c:ext>
          </c:extLst>
        </c:ser>
        <c:ser>
          <c:idx val="1"/>
          <c:order val="1"/>
          <c:tx>
            <c:v>Groupe 1</c:v>
          </c:tx>
          <c:spPr>
            <a:ln w="12700">
              <a:noFill/>
            </a:ln>
          </c:spPr>
          <c:marker>
            <c:symbol val="circle"/>
            <c:size val="3"/>
            <c:spPr>
              <a:solidFill>
                <a:srgbClr val="D58A3D"/>
              </a:solidFill>
              <a:ln w="12700">
                <a:solidFill>
                  <a:srgbClr val="D58A3D"/>
                </a:solidFill>
              </a:ln>
            </c:spPr>
          </c:marker>
          <c:xVal>
            <c:numRef>
              <c:f>Sheet1!$C$2:$C$484</c:f>
              <c:numCache>
                <c:formatCode>General</c:formatCode>
                <c:ptCount val="483"/>
                <c:pt idx="0">
                  <c:v>7.8374740022680864</c:v>
                </c:pt>
                <c:pt idx="1">
                  <c:v>10.78186505212596</c:v>
                </c:pt>
                <c:pt idx="2">
                  <c:v>5.4360995147795457</c:v>
                </c:pt>
                <c:pt idx="3">
                  <c:v>6.5907188685225133</c:v>
                </c:pt>
                <c:pt idx="4">
                  <c:v>6.4539841066288455</c:v>
                </c:pt>
                <c:pt idx="5">
                  <c:v>2.9914777896586755</c:v>
                </c:pt>
                <c:pt idx="6">
                  <c:v>9.7958481651872624</c:v>
                </c:pt>
                <c:pt idx="7">
                  <c:v>11.026077298951972</c:v>
                </c:pt>
                <c:pt idx="8">
                  <c:v>3.228879675113927</c:v>
                </c:pt>
                <c:pt idx="9">
                  <c:v>8.9678249910756609</c:v>
                </c:pt>
                <c:pt idx="10">
                  <c:v>3.9742901532644574</c:v>
                </c:pt>
                <c:pt idx="11">
                  <c:v>1.4878520211595765</c:v>
                </c:pt>
                <c:pt idx="12">
                  <c:v>9.9405718946953563</c:v>
                </c:pt>
                <c:pt idx="13">
                  <c:v>4.2096326706183511</c:v>
                </c:pt>
                <c:pt idx="14">
                  <c:v>7.8435436838374564</c:v>
                </c:pt>
                <c:pt idx="15">
                  <c:v>8.3879760738250155</c:v>
                </c:pt>
                <c:pt idx="16">
                  <c:v>12.946543803306499</c:v>
                </c:pt>
                <c:pt idx="17">
                  <c:v>9.9021675564743905</c:v>
                </c:pt>
                <c:pt idx="18">
                  <c:v>8.2156099665247631</c:v>
                </c:pt>
                <c:pt idx="19">
                  <c:v>8.7835786129086877</c:v>
                </c:pt>
                <c:pt idx="20">
                  <c:v>10.441722927351792</c:v>
                </c:pt>
                <c:pt idx="21">
                  <c:v>11.376440033430756</c:v>
                </c:pt>
                <c:pt idx="22">
                  <c:v>3.3002553615896253</c:v>
                </c:pt>
                <c:pt idx="23">
                  <c:v>5.5148083600106261</c:v>
                </c:pt>
                <c:pt idx="24">
                  <c:v>11.411907658313565</c:v>
                </c:pt>
                <c:pt idx="25">
                  <c:v>4.6895195532721612</c:v>
                </c:pt>
                <c:pt idx="26">
                  <c:v>7.8587175713051742</c:v>
                </c:pt>
                <c:pt idx="27">
                  <c:v>9.8708349647110687</c:v>
                </c:pt>
                <c:pt idx="28">
                  <c:v>4.4107690543294398</c:v>
                </c:pt>
                <c:pt idx="29">
                  <c:v>8.0247552606868542</c:v>
                </c:pt>
                <c:pt idx="30">
                  <c:v>7.1825734269635362</c:v>
                </c:pt>
                <c:pt idx="31">
                  <c:v>7.7301057022095137</c:v>
                </c:pt>
                <c:pt idx="32">
                  <c:v>8.0294187581728931</c:v>
                </c:pt>
                <c:pt idx="33">
                  <c:v>7.3762289487947967</c:v>
                </c:pt>
                <c:pt idx="34">
                  <c:v>8.6063514186231682</c:v>
                </c:pt>
                <c:pt idx="35">
                  <c:v>7.1703206870430289</c:v>
                </c:pt>
                <c:pt idx="36">
                  <c:v>7.5699310326053721</c:v>
                </c:pt>
                <c:pt idx="37">
                  <c:v>2.499313563001289</c:v>
                </c:pt>
                <c:pt idx="38">
                  <c:v>7.9895435839809386</c:v>
                </c:pt>
                <c:pt idx="39">
                  <c:v>7.3173968821845827</c:v>
                </c:pt>
                <c:pt idx="40">
                  <c:v>2.7169413704674934</c:v>
                </c:pt>
                <c:pt idx="41">
                  <c:v>9.446475536730059</c:v>
                </c:pt>
                <c:pt idx="42">
                  <c:v>7.6885859626666324</c:v>
                </c:pt>
                <c:pt idx="43">
                  <c:v>7.7749397455947005</c:v>
                </c:pt>
                <c:pt idx="44">
                  <c:v>7.3831680475823305</c:v>
                </c:pt>
                <c:pt idx="45">
                  <c:v>11.347849945275541</c:v>
                </c:pt>
                <c:pt idx="46">
                  <c:v>3.6243354436211992</c:v>
                </c:pt>
                <c:pt idx="47">
                  <c:v>2.8304993098265769</c:v>
                </c:pt>
                <c:pt idx="48">
                  <c:v>3.4604848643923534</c:v>
                </c:pt>
                <c:pt idx="49">
                  <c:v>8.4331095182765132</c:v>
                </c:pt>
                <c:pt idx="50">
                  <c:v>5.607247524665163</c:v>
                </c:pt>
                <c:pt idx="51">
                  <c:v>6.8852517117679071</c:v>
                </c:pt>
                <c:pt idx="52">
                  <c:v>10.477664956600213</c:v>
                </c:pt>
                <c:pt idx="53">
                  <c:v>1.2557925229629008</c:v>
                </c:pt>
                <c:pt idx="54">
                  <c:v>4.7427236409009348</c:v>
                </c:pt>
                <c:pt idx="55">
                  <c:v>0.88828244294834502</c:v>
                </c:pt>
                <c:pt idx="56">
                  <c:v>6.4384820003370837</c:v>
                </c:pt>
                <c:pt idx="57">
                  <c:v>3.1840542542877848</c:v>
                </c:pt>
                <c:pt idx="58">
                  <c:v>2.6306736090217688</c:v>
                </c:pt>
                <c:pt idx="59">
                  <c:v>6.6005833799145988</c:v>
                </c:pt>
                <c:pt idx="60">
                  <c:v>4.1577284898834144</c:v>
                </c:pt>
                <c:pt idx="61">
                  <c:v>5.7679910939733743</c:v>
                </c:pt>
                <c:pt idx="62">
                  <c:v>9.4964492151068516</c:v>
                </c:pt>
                <c:pt idx="63">
                  <c:v>8.6375678713494715</c:v>
                </c:pt>
                <c:pt idx="64">
                  <c:v>4.8547236409175687</c:v>
                </c:pt>
                <c:pt idx="65">
                  <c:v>8.1607064760426358</c:v>
                </c:pt>
                <c:pt idx="66">
                  <c:v>10.170086662047364</c:v>
                </c:pt>
                <c:pt idx="67">
                  <c:v>6.2008003872925297</c:v>
                </c:pt>
                <c:pt idx="68">
                  <c:v>5.1132607427672587</c:v>
                </c:pt>
                <c:pt idx="69">
                  <c:v>8.8508861921929203</c:v>
                </c:pt>
                <c:pt idx="70">
                  <c:v>4.7115239485503828</c:v>
                </c:pt>
                <c:pt idx="71">
                  <c:v>5.3580428067345611</c:v>
                </c:pt>
                <c:pt idx="72">
                  <c:v>1.8096536357590276</c:v>
                </c:pt>
                <c:pt idx="73">
                  <c:v>2.7162198253833942</c:v>
                </c:pt>
                <c:pt idx="74">
                  <c:v>8.2879189591275804</c:v>
                </c:pt>
                <c:pt idx="75">
                  <c:v>9.0105057094889069</c:v>
                </c:pt>
                <c:pt idx="76">
                  <c:v>7.972808069802114</c:v>
                </c:pt>
                <c:pt idx="77">
                  <c:v>9.8603331852630998</c:v>
                </c:pt>
                <c:pt idx="78">
                  <c:v>9.6680436626073298</c:v>
                </c:pt>
                <c:pt idx="79">
                  <c:v>8.6538885587041108</c:v>
                </c:pt>
                <c:pt idx="80">
                  <c:v>7.5906216517380782</c:v>
                </c:pt>
                <c:pt idx="81">
                  <c:v>10.141693532580856</c:v>
                </c:pt>
                <c:pt idx="82">
                  <c:v>4.1951434781518122</c:v>
                </c:pt>
                <c:pt idx="83">
                  <c:v>7.0321952770436003</c:v>
                </c:pt>
                <c:pt idx="84">
                  <c:v>8.308888559868258</c:v>
                </c:pt>
                <c:pt idx="85">
                  <c:v>10.184528157387136</c:v>
                </c:pt>
                <c:pt idx="86">
                  <c:v>7.2740117760019576</c:v>
                </c:pt>
                <c:pt idx="87">
                  <c:v>12.384424558147728</c:v>
                </c:pt>
                <c:pt idx="88">
                  <c:v>4.3480130180111747</c:v>
                </c:pt>
                <c:pt idx="89">
                  <c:v>12.296503913953339</c:v>
                </c:pt>
                <c:pt idx="90">
                  <c:v>4.5371881497117519</c:v>
                </c:pt>
                <c:pt idx="91">
                  <c:v>6.8749070481091286</c:v>
                </c:pt>
                <c:pt idx="92">
                  <c:v>1.7723541823636018</c:v>
                </c:pt>
                <c:pt idx="93">
                  <c:v>11.264758972502928</c:v>
                </c:pt>
                <c:pt idx="94">
                  <c:v>9.332702806548177</c:v>
                </c:pt>
                <c:pt idx="95">
                  <c:v>1.4847360098827569</c:v>
                </c:pt>
                <c:pt idx="96">
                  <c:v>8.4423169094902928</c:v>
                </c:pt>
                <c:pt idx="97">
                  <c:v>6.2752299659345674</c:v>
                </c:pt>
                <c:pt idx="98">
                  <c:v>8.3357966470670366</c:v>
                </c:pt>
                <c:pt idx="99">
                  <c:v>1.0498116154887382</c:v>
                </c:pt>
                <c:pt idx="100">
                  <c:v>8.3419734643050703</c:v>
                </c:pt>
                <c:pt idx="101">
                  <c:v>8.0240051543248594</c:v>
                </c:pt>
                <c:pt idx="102">
                  <c:v>10.753999179737038</c:v>
                </c:pt>
                <c:pt idx="103">
                  <c:v>4.8543916042774358</c:v>
                </c:pt>
                <c:pt idx="104">
                  <c:v>2.249071884411165</c:v>
                </c:pt>
                <c:pt idx="105">
                  <c:v>11.662738414970914</c:v>
                </c:pt>
                <c:pt idx="106">
                  <c:v>11.011507912809408</c:v>
                </c:pt>
                <c:pt idx="107">
                  <c:v>9.2858383974532455</c:v>
                </c:pt>
                <c:pt idx="108">
                  <c:v>1.7445281937618315</c:v>
                </c:pt>
                <c:pt idx="109">
                  <c:v>6.5282784125190103</c:v>
                </c:pt>
                <c:pt idx="110">
                  <c:v>8.5774170224538846</c:v>
                </c:pt>
                <c:pt idx="111">
                  <c:v>9.7470882237713958</c:v>
                </c:pt>
                <c:pt idx="112">
                  <c:v>6.5350866447095868</c:v>
                </c:pt>
                <c:pt idx="113">
                  <c:v>8.0843718630318708</c:v>
                </c:pt>
                <c:pt idx="114">
                  <c:v>4.1951616538878387</c:v>
                </c:pt>
                <c:pt idx="115">
                  <c:v>7.534374444951947</c:v>
                </c:pt>
                <c:pt idx="116">
                  <c:v>4.7172152240133416</c:v>
                </c:pt>
                <c:pt idx="117">
                  <c:v>6.6006178112557699</c:v>
                </c:pt>
                <c:pt idx="118">
                  <c:v>11.600813148061148</c:v>
                </c:pt>
                <c:pt idx="119">
                  <c:v>2.3853796452776268</c:v>
                </c:pt>
                <c:pt idx="120">
                  <c:v>5.769763394688967</c:v>
                </c:pt>
                <c:pt idx="121">
                  <c:v>9.8412203328647045</c:v>
                </c:pt>
                <c:pt idx="122">
                  <c:v>9.0357975915162303</c:v>
                </c:pt>
                <c:pt idx="123">
                  <c:v>10.105075470023174</c:v>
                </c:pt>
                <c:pt idx="124">
                  <c:v>10.628121588127218</c:v>
                </c:pt>
                <c:pt idx="125">
                  <c:v>8.3862565679957406</c:v>
                </c:pt>
                <c:pt idx="126">
                  <c:v>7.9778147957838428</c:v>
                </c:pt>
                <c:pt idx="127">
                  <c:v>5.6078506732691915</c:v>
                </c:pt>
                <c:pt idx="128">
                  <c:v>8.9590357657956829</c:v>
                </c:pt>
                <c:pt idx="129">
                  <c:v>10.492109657054456</c:v>
                </c:pt>
                <c:pt idx="130">
                  <c:v>3.7732801715739752</c:v>
                </c:pt>
                <c:pt idx="131">
                  <c:v>8.9724217410501304</c:v>
                </c:pt>
                <c:pt idx="132">
                  <c:v>8.6856497129487842</c:v>
                </c:pt>
                <c:pt idx="133">
                  <c:v>3.9080909750625885</c:v>
                </c:pt>
                <c:pt idx="134">
                  <c:v>8.2621369353898508</c:v>
                </c:pt>
                <c:pt idx="135">
                  <c:v>7.2261549958940874</c:v>
                </c:pt>
                <c:pt idx="136">
                  <c:v>7.2410759412361374</c:v>
                </c:pt>
                <c:pt idx="137">
                  <c:v>7.5059395243837717</c:v>
                </c:pt>
                <c:pt idx="138">
                  <c:v>2.7619206225472772</c:v>
                </c:pt>
                <c:pt idx="139">
                  <c:v>12.177337016946028</c:v>
                </c:pt>
                <c:pt idx="140">
                  <c:v>8.7585752142746074</c:v>
                </c:pt>
                <c:pt idx="141">
                  <c:v>7.0062582116565171</c:v>
                </c:pt>
                <c:pt idx="142">
                  <c:v>5.2006968846493011</c:v>
                </c:pt>
                <c:pt idx="143">
                  <c:v>8.7029090919608443</c:v>
                </c:pt>
                <c:pt idx="144">
                  <c:v>9.199058840217134</c:v>
                </c:pt>
                <c:pt idx="145">
                  <c:v>10.53943183357511</c:v>
                </c:pt>
                <c:pt idx="146">
                  <c:v>9.310738897265912</c:v>
                </c:pt>
                <c:pt idx="147">
                  <c:v>7.6953677601511181</c:v>
                </c:pt>
                <c:pt idx="148">
                  <c:v>10.260072408974562</c:v>
                </c:pt>
                <c:pt idx="149">
                  <c:v>8.1988611156042666</c:v>
                </c:pt>
                <c:pt idx="150">
                  <c:v>8.3999011672912474</c:v>
                </c:pt>
                <c:pt idx="151">
                  <c:v>6.8481111895937552</c:v>
                </c:pt>
                <c:pt idx="152">
                  <c:v>10.623225195547034</c:v>
                </c:pt>
                <c:pt idx="153">
                  <c:v>7.6893313647662627</c:v>
                </c:pt>
                <c:pt idx="154">
                  <c:v>7.0088911162682779</c:v>
                </c:pt>
                <c:pt idx="155">
                  <c:v>4.9274052151531134</c:v>
                </c:pt>
                <c:pt idx="156">
                  <c:v>12.348324256124672</c:v>
                </c:pt>
                <c:pt idx="157">
                  <c:v>1.8142747554368344</c:v>
                </c:pt>
                <c:pt idx="158">
                  <c:v>0.58720145074823327</c:v>
                </c:pt>
                <c:pt idx="159">
                  <c:v>8.3724860454443935</c:v>
                </c:pt>
                <c:pt idx="160">
                  <c:v>9.6074600739496763</c:v>
                </c:pt>
                <c:pt idx="161">
                  <c:v>8.7801439077950558</c:v>
                </c:pt>
                <c:pt idx="162">
                  <c:v>6.942038817203442</c:v>
                </c:pt>
                <c:pt idx="163">
                  <c:v>5.7488780535446917</c:v>
                </c:pt>
                <c:pt idx="164">
                  <c:v>8.713368522052745</c:v>
                </c:pt>
                <c:pt idx="165">
                  <c:v>11.511660599169296</c:v>
                </c:pt>
                <c:pt idx="166">
                  <c:v>10.207908667234339</c:v>
                </c:pt>
                <c:pt idx="167">
                  <c:v>10.209885285271469</c:v>
                </c:pt>
                <c:pt idx="168">
                  <c:v>11.210511288717129</c:v>
                </c:pt>
                <c:pt idx="169">
                  <c:v>9.0513924065513525</c:v>
                </c:pt>
                <c:pt idx="170">
                  <c:v>11.942113663116615</c:v>
                </c:pt>
                <c:pt idx="171">
                  <c:v>7.5062776585511886</c:v>
                </c:pt>
                <c:pt idx="172">
                  <c:v>7.0606820556325518</c:v>
                </c:pt>
                <c:pt idx="173">
                  <c:v>3.0536792415459724</c:v>
                </c:pt>
                <c:pt idx="174">
                  <c:v>7.0812433781536885</c:v>
                </c:pt>
                <c:pt idx="175">
                  <c:v>7.0735488760654599</c:v>
                </c:pt>
                <c:pt idx="176">
                  <c:v>8.4626251822322587</c:v>
                </c:pt>
                <c:pt idx="177">
                  <c:v>4.9532687752850117</c:v>
                </c:pt>
                <c:pt idx="178">
                  <c:v>2.064365068831163</c:v>
                </c:pt>
                <c:pt idx="179">
                  <c:v>8.5185397319629157</c:v>
                </c:pt>
                <c:pt idx="180">
                  <c:v>10.707110110965189</c:v>
                </c:pt>
                <c:pt idx="181">
                  <c:v>2.4067595885056359</c:v>
                </c:pt>
                <c:pt idx="182">
                  <c:v>8.6837106827206672</c:v>
                </c:pt>
                <c:pt idx="183">
                  <c:v>8.4502213383107012</c:v>
                </c:pt>
                <c:pt idx="184">
                  <c:v>9.1025716790616258</c:v>
                </c:pt>
                <c:pt idx="185">
                  <c:v>5.8688800304603266</c:v>
                </c:pt>
                <c:pt idx="186">
                  <c:v>8.3939501674814458</c:v>
                </c:pt>
                <c:pt idx="187">
                  <c:v>8.7628759397154177</c:v>
                </c:pt>
                <c:pt idx="188">
                  <c:v>6.1963127363612367</c:v>
                </c:pt>
                <c:pt idx="189">
                  <c:v>11.094683088940647</c:v>
                </c:pt>
                <c:pt idx="190">
                  <c:v>10.23188926858259</c:v>
                </c:pt>
                <c:pt idx="191">
                  <c:v>9.092931823505916</c:v>
                </c:pt>
                <c:pt idx="192">
                  <c:v>8.494009714583072</c:v>
                </c:pt>
                <c:pt idx="193">
                  <c:v>1.2014095918006069</c:v>
                </c:pt>
                <c:pt idx="194">
                  <c:v>7.9947179358538714</c:v>
                </c:pt>
                <c:pt idx="195">
                  <c:v>8.6701669517957622</c:v>
                </c:pt>
                <c:pt idx="196">
                  <c:v>6.9781795429278919</c:v>
                </c:pt>
                <c:pt idx="197">
                  <c:v>3.4424196672131351</c:v>
                </c:pt>
                <c:pt idx="198">
                  <c:v>4.919354033748383</c:v>
                </c:pt>
                <c:pt idx="199">
                  <c:v>8.4616004820158572</c:v>
                </c:pt>
                <c:pt idx="200">
                  <c:v>5.5433028279795664</c:v>
                </c:pt>
                <c:pt idx="201">
                  <c:v>9.5825147953258725</c:v>
                </c:pt>
                <c:pt idx="202">
                  <c:v>10.875687178457801</c:v>
                </c:pt>
                <c:pt idx="203">
                  <c:v>10.141928856562615</c:v>
                </c:pt>
                <c:pt idx="204">
                  <c:v>1.5592038681900535</c:v>
                </c:pt>
                <c:pt idx="205">
                  <c:v>8.1904403549169551</c:v>
                </c:pt>
                <c:pt idx="206">
                  <c:v>11.862241950308523</c:v>
                </c:pt>
                <c:pt idx="207">
                  <c:v>7.5914572087679089</c:v>
                </c:pt>
                <c:pt idx="208">
                  <c:v>4.9706340872307804</c:v>
                </c:pt>
                <c:pt idx="209">
                  <c:v>7.9192430531960669</c:v>
                </c:pt>
                <c:pt idx="210">
                  <c:v>2.9534500193673225</c:v>
                </c:pt>
                <c:pt idx="211">
                  <c:v>10.575874046683213</c:v>
                </c:pt>
                <c:pt idx="212">
                  <c:v>5.8065711209730555</c:v>
                </c:pt>
                <c:pt idx="213">
                  <c:v>8.3746591913547217</c:v>
                </c:pt>
                <c:pt idx="214">
                  <c:v>5.6827847636050652</c:v>
                </c:pt>
                <c:pt idx="215">
                  <c:v>1.8378846090695078</c:v>
                </c:pt>
                <c:pt idx="216">
                  <c:v>11.850378539969503</c:v>
                </c:pt>
                <c:pt idx="217">
                  <c:v>7.7988101077857017</c:v>
                </c:pt>
                <c:pt idx="218">
                  <c:v>8.8152818416471632</c:v>
                </c:pt>
                <c:pt idx="219">
                  <c:v>6.5017181812400739</c:v>
                </c:pt>
                <c:pt idx="220">
                  <c:v>4.6295558033086248</c:v>
                </c:pt>
                <c:pt idx="221">
                  <c:v>2.2732972874685959</c:v>
                </c:pt>
                <c:pt idx="222">
                  <c:v>7.4363765238365565</c:v>
                </c:pt>
                <c:pt idx="223">
                  <c:v>2.9783148002833912</c:v>
                </c:pt>
                <c:pt idx="224">
                  <c:v>7.8498276011902064</c:v>
                </c:pt>
                <c:pt idx="225">
                  <c:v>7.5857549274241389</c:v>
                </c:pt>
                <c:pt idx="226">
                  <c:v>7.6383502004466406</c:v>
                </c:pt>
                <c:pt idx="227">
                  <c:v>7.9339818889471969</c:v>
                </c:pt>
                <c:pt idx="228">
                  <c:v>11.957047148770641</c:v>
                </c:pt>
                <c:pt idx="229">
                  <c:v>5.3801306325167237</c:v>
                </c:pt>
                <c:pt idx="230">
                  <c:v>7.5936616579653142</c:v>
                </c:pt>
                <c:pt idx="231">
                  <c:v>10.488573871944666</c:v>
                </c:pt>
                <c:pt idx="232">
                  <c:v>0.50920042900767393</c:v>
                </c:pt>
                <c:pt idx="233">
                  <c:v>11.394611244033795</c:v>
                </c:pt>
                <c:pt idx="234">
                  <c:v>8.2776193499986768</c:v>
                </c:pt>
                <c:pt idx="235">
                  <c:v>2.1555521919011751</c:v>
                </c:pt>
                <c:pt idx="236">
                  <c:v>6.0268860238426996</c:v>
                </c:pt>
                <c:pt idx="237">
                  <c:v>9.6145923935411677</c:v>
                </c:pt>
                <c:pt idx="238">
                  <c:v>4.6609364745761601</c:v>
                </c:pt>
                <c:pt idx="239">
                  <c:v>3.7677279029844888</c:v>
                </c:pt>
                <c:pt idx="240">
                  <c:v>8.9351438854876015</c:v>
                </c:pt>
                <c:pt idx="241">
                  <c:v>4.7406052873565416</c:v>
                </c:pt>
                <c:pt idx="242">
                  <c:v>5.3454653746566505</c:v>
                </c:pt>
                <c:pt idx="243">
                  <c:v>9.8631602940413696</c:v>
                </c:pt>
                <c:pt idx="244">
                  <c:v>3.5687838845598039</c:v>
                </c:pt>
                <c:pt idx="245">
                  <c:v>10.405240395693086</c:v>
                </c:pt>
                <c:pt idx="246">
                  <c:v>3.8123725041074468</c:v>
                </c:pt>
                <c:pt idx="247">
                  <c:v>10.36919868373389</c:v>
                </c:pt>
                <c:pt idx="248">
                  <c:v>5.635649822803698</c:v>
                </c:pt>
                <c:pt idx="249">
                  <c:v>7.48079987833</c:v>
                </c:pt>
                <c:pt idx="250">
                  <c:v>4.2947906595007792</c:v>
                </c:pt>
                <c:pt idx="251">
                  <c:v>-0.32582240070990975</c:v>
                </c:pt>
                <c:pt idx="252">
                  <c:v>4.5626578581184685</c:v>
                </c:pt>
                <c:pt idx="253">
                  <c:v>8.4086981454423846</c:v>
                </c:pt>
                <c:pt idx="254">
                  <c:v>9.7965313445910471</c:v>
                </c:pt>
                <c:pt idx="255">
                  <c:v>12.344793681921439</c:v>
                </c:pt>
                <c:pt idx="256">
                  <c:v>8.772113108361534</c:v>
                </c:pt>
                <c:pt idx="257">
                  <c:v>7.8250560514706144</c:v>
                </c:pt>
                <c:pt idx="258">
                  <c:v>6.2672662632390583</c:v>
                </c:pt>
                <c:pt idx="259">
                  <c:v>6.152990695623477</c:v>
                </c:pt>
                <c:pt idx="260">
                  <c:v>6.5427842219213606</c:v>
                </c:pt>
                <c:pt idx="261">
                  <c:v>8.4438504589240129</c:v>
                </c:pt>
                <c:pt idx="262">
                  <c:v>6.3047776002852176</c:v>
                </c:pt>
                <c:pt idx="263">
                  <c:v>8.182371717417837</c:v>
                </c:pt>
                <c:pt idx="264">
                  <c:v>12.283119038555778</c:v>
                </c:pt>
                <c:pt idx="265">
                  <c:v>10.374758049575787</c:v>
                </c:pt>
                <c:pt idx="266">
                  <c:v>1.8136019545230349</c:v>
                </c:pt>
                <c:pt idx="267">
                  <c:v>8.5405348653449327</c:v>
                </c:pt>
                <c:pt idx="268">
                  <c:v>1.7703809264992638</c:v>
                </c:pt>
                <c:pt idx="269">
                  <c:v>7.2197275504050982</c:v>
                </c:pt>
                <c:pt idx="270">
                  <c:v>2.8573233797410191</c:v>
                </c:pt>
                <c:pt idx="271">
                  <c:v>9.2165336982200525</c:v>
                </c:pt>
                <c:pt idx="272">
                  <c:v>2.9033260912557015</c:v>
                </c:pt>
                <c:pt idx="273">
                  <c:v>7.2967410652764331</c:v>
                </c:pt>
                <c:pt idx="274">
                  <c:v>11.006334283403499</c:v>
                </c:pt>
                <c:pt idx="275">
                  <c:v>9.0139135715303009</c:v>
                </c:pt>
                <c:pt idx="276">
                  <c:v>6.9046179476511904</c:v>
                </c:pt>
                <c:pt idx="277">
                  <c:v>11.731189420755262</c:v>
                </c:pt>
                <c:pt idx="278">
                  <c:v>8.760272609385229</c:v>
                </c:pt>
                <c:pt idx="279">
                  <c:v>10.410759219151775</c:v>
                </c:pt>
                <c:pt idx="280">
                  <c:v>2.5738554881565214</c:v>
                </c:pt>
                <c:pt idx="281">
                  <c:v>9.9013568888677899</c:v>
                </c:pt>
                <c:pt idx="282">
                  <c:v>9.0321457220408696</c:v>
                </c:pt>
                <c:pt idx="283">
                  <c:v>10.106534484351632</c:v>
                </c:pt>
                <c:pt idx="284">
                  <c:v>11.69544328035326</c:v>
                </c:pt>
                <c:pt idx="285">
                  <c:v>9.2214849129665506</c:v>
                </c:pt>
                <c:pt idx="286">
                  <c:v>4.5691048480940166</c:v>
                </c:pt>
                <c:pt idx="287">
                  <c:v>5.446384729557483</c:v>
                </c:pt>
                <c:pt idx="288">
                  <c:v>7.9193468946108867</c:v>
                </c:pt>
                <c:pt idx="289">
                  <c:v>6.966473220392408</c:v>
                </c:pt>
                <c:pt idx="290">
                  <c:v>7.7381197829115562</c:v>
                </c:pt>
                <c:pt idx="291">
                  <c:v>5.9774591936660908</c:v>
                </c:pt>
                <c:pt idx="292">
                  <c:v>7.6746993181651249</c:v>
                </c:pt>
                <c:pt idx="293">
                  <c:v>12.274465482992058</c:v>
                </c:pt>
                <c:pt idx="294">
                  <c:v>7.9283037939405316</c:v>
                </c:pt>
                <c:pt idx="295">
                  <c:v>7.4144437944428976</c:v>
                </c:pt>
                <c:pt idx="296">
                  <c:v>6.2762146231020459</c:v>
                </c:pt>
                <c:pt idx="297">
                  <c:v>7.8941901515888553</c:v>
                </c:pt>
                <c:pt idx="298">
                  <c:v>6.9449609651734461</c:v>
                </c:pt>
                <c:pt idx="299">
                  <c:v>6.4671042487119239</c:v>
                </c:pt>
                <c:pt idx="300">
                  <c:v>8.9527048076620002</c:v>
                </c:pt>
                <c:pt idx="301">
                  <c:v>8.0570479307025984</c:v>
                </c:pt>
                <c:pt idx="302">
                  <c:v>0.9599395386928069</c:v>
                </c:pt>
                <c:pt idx="303">
                  <c:v>3.3330651978630015</c:v>
                </c:pt>
                <c:pt idx="304">
                  <c:v>7.8664795948345372</c:v>
                </c:pt>
                <c:pt idx="305">
                  <c:v>8.4435739552378291</c:v>
                </c:pt>
                <c:pt idx="306">
                  <c:v>9.3357172034712068</c:v>
                </c:pt>
                <c:pt idx="307">
                  <c:v>5.9914822470750684</c:v>
                </c:pt>
                <c:pt idx="308">
                  <c:v>10.547402681939069</c:v>
                </c:pt>
                <c:pt idx="309">
                  <c:v>3.9255322846503562</c:v>
                </c:pt>
                <c:pt idx="310">
                  <c:v>5.4079506120266583</c:v>
                </c:pt>
                <c:pt idx="311">
                  <c:v>9.9942349280522631</c:v>
                </c:pt>
                <c:pt idx="312">
                  <c:v>8.9311861484463577</c:v>
                </c:pt>
                <c:pt idx="313">
                  <c:v>9.3439134922142859</c:v>
                </c:pt>
                <c:pt idx="314">
                  <c:v>8.208878122877648</c:v>
                </c:pt>
                <c:pt idx="315">
                  <c:v>4.8393432953451399</c:v>
                </c:pt>
                <c:pt idx="316">
                  <c:v>4.3366795517427548</c:v>
                </c:pt>
                <c:pt idx="317">
                  <c:v>8.2210002077010014</c:v>
                </c:pt>
                <c:pt idx="318">
                  <c:v>2.6040889823124207</c:v>
                </c:pt>
                <c:pt idx="319">
                  <c:v>4.2435866240087794</c:v>
                </c:pt>
                <c:pt idx="320">
                  <c:v>11.391020733178747</c:v>
                </c:pt>
                <c:pt idx="321">
                  <c:v>8.9016044275843598</c:v>
                </c:pt>
                <c:pt idx="322">
                  <c:v>2.5445598744841806</c:v>
                </c:pt>
                <c:pt idx="323">
                  <c:v>9.4054943748556763</c:v>
                </c:pt>
                <c:pt idx="324">
                  <c:v>8.9138353416036811</c:v>
                </c:pt>
                <c:pt idx="325">
                  <c:v>8.394029190140424</c:v>
                </c:pt>
                <c:pt idx="326">
                  <c:v>8.9886797089525956</c:v>
                </c:pt>
                <c:pt idx="327">
                  <c:v>3.7443449732237593</c:v>
                </c:pt>
                <c:pt idx="328">
                  <c:v>9.435094479397284</c:v>
                </c:pt>
                <c:pt idx="329">
                  <c:v>8.5342899797209029</c:v>
                </c:pt>
                <c:pt idx="330">
                  <c:v>1.3786752122073904</c:v>
                </c:pt>
                <c:pt idx="331">
                  <c:v>4.7374503912975214</c:v>
                </c:pt>
                <c:pt idx="332">
                  <c:v>3.5572965974790902</c:v>
                </c:pt>
                <c:pt idx="333">
                  <c:v>10.140567993972484</c:v>
                </c:pt>
                <c:pt idx="334">
                  <c:v>3.0119908432531077</c:v>
                </c:pt>
                <c:pt idx="335">
                  <c:v>10.061021194990845</c:v>
                </c:pt>
                <c:pt idx="336">
                  <c:v>7.4691531198341412</c:v>
                </c:pt>
                <c:pt idx="337">
                  <c:v>8.3375284445535609</c:v>
                </c:pt>
                <c:pt idx="338">
                  <c:v>6.7144076743771182</c:v>
                </c:pt>
                <c:pt idx="339">
                  <c:v>6.7157515370268035</c:v>
                </c:pt>
                <c:pt idx="340">
                  <c:v>5.4190230039774283</c:v>
                </c:pt>
                <c:pt idx="341">
                  <c:v>9.4625474635652438</c:v>
                </c:pt>
                <c:pt idx="342">
                  <c:v>7.5894034143584737</c:v>
                </c:pt>
                <c:pt idx="343">
                  <c:v>7.3904490303238308</c:v>
                </c:pt>
                <c:pt idx="344">
                  <c:v>2.9548065729455035</c:v>
                </c:pt>
                <c:pt idx="345">
                  <c:v>5.3420281049230471</c:v>
                </c:pt>
                <c:pt idx="346">
                  <c:v>4.789218699540247</c:v>
                </c:pt>
                <c:pt idx="347">
                  <c:v>10.185905926082059</c:v>
                </c:pt>
                <c:pt idx="348">
                  <c:v>8.4362438653121146</c:v>
                </c:pt>
                <c:pt idx="349">
                  <c:v>8.5459013967189605</c:v>
                </c:pt>
                <c:pt idx="350">
                  <c:v>9.9681157391456363</c:v>
                </c:pt>
                <c:pt idx="351">
                  <c:v>7.8187280094581997</c:v>
                </c:pt>
                <c:pt idx="352">
                  <c:v>7.7951696296362138</c:v>
                </c:pt>
                <c:pt idx="353">
                  <c:v>2.5273276709051165</c:v>
                </c:pt>
                <c:pt idx="354">
                  <c:v>8.3642850253603509</c:v>
                </c:pt>
                <c:pt idx="355">
                  <c:v>9.8110206653385337</c:v>
                </c:pt>
                <c:pt idx="356">
                  <c:v>11.77193635262125</c:v>
                </c:pt>
                <c:pt idx="357">
                  <c:v>6.1814029529459695</c:v>
                </c:pt>
                <c:pt idx="358">
                  <c:v>7.0490678949215484</c:v>
                </c:pt>
                <c:pt idx="359">
                  <c:v>8.1060550125255926</c:v>
                </c:pt>
                <c:pt idx="360">
                  <c:v>7.8783854540710943</c:v>
                </c:pt>
                <c:pt idx="361">
                  <c:v>6.3567398372344375</c:v>
                </c:pt>
                <c:pt idx="362">
                  <c:v>3.4535062110598735</c:v>
                </c:pt>
                <c:pt idx="363">
                  <c:v>4.5234763162666312</c:v>
                </c:pt>
                <c:pt idx="364">
                  <c:v>5.7942340826982024</c:v>
                </c:pt>
                <c:pt idx="365">
                  <c:v>9.0153531987665705</c:v>
                </c:pt>
                <c:pt idx="366">
                  <c:v>5.1550008369658</c:v>
                </c:pt>
                <c:pt idx="367">
                  <c:v>10.557554866596959</c:v>
                </c:pt>
                <c:pt idx="368">
                  <c:v>3.5253874623443506</c:v>
                </c:pt>
                <c:pt idx="369">
                  <c:v>8.7036633554678229</c:v>
                </c:pt>
                <c:pt idx="370">
                  <c:v>6.9844403415084129</c:v>
                </c:pt>
                <c:pt idx="371">
                  <c:v>8.3815454698130925</c:v>
                </c:pt>
                <c:pt idx="372">
                  <c:v>13.279806114748196</c:v>
                </c:pt>
                <c:pt idx="373">
                  <c:v>3.5182104367499076</c:v>
                </c:pt>
                <c:pt idx="374">
                  <c:v>10.835856636475603</c:v>
                </c:pt>
                <c:pt idx="375">
                  <c:v>9.4346234776909768</c:v>
                </c:pt>
                <c:pt idx="376">
                  <c:v>8.5491077556000103</c:v>
                </c:pt>
                <c:pt idx="377">
                  <c:v>7.1661772874172254</c:v>
                </c:pt>
                <c:pt idx="378">
                  <c:v>7.0548757216072628</c:v>
                </c:pt>
                <c:pt idx="379">
                  <c:v>6.7924233218299266</c:v>
                </c:pt>
                <c:pt idx="380">
                  <c:v>9.9456677903300807</c:v>
                </c:pt>
                <c:pt idx="381">
                  <c:v>5.7938938610227462</c:v>
                </c:pt>
                <c:pt idx="382">
                  <c:v>3.1262415566248056</c:v>
                </c:pt>
                <c:pt idx="383">
                  <c:v>8.8850976215856168</c:v>
                </c:pt>
                <c:pt idx="384">
                  <c:v>1.7739864332276516</c:v>
                </c:pt>
                <c:pt idx="385">
                  <c:v>7.9240409183373188</c:v>
                </c:pt>
                <c:pt idx="386">
                  <c:v>9.4328201166070453</c:v>
                </c:pt>
                <c:pt idx="387">
                  <c:v>6.1398299987652454</c:v>
                </c:pt>
                <c:pt idx="388">
                  <c:v>5.2864398377991568</c:v>
                </c:pt>
                <c:pt idx="389">
                  <c:v>12.312414776119455</c:v>
                </c:pt>
                <c:pt idx="390">
                  <c:v>8.570283060990306</c:v>
                </c:pt>
                <c:pt idx="391">
                  <c:v>7.8005478153764241</c:v>
                </c:pt>
                <c:pt idx="392">
                  <c:v>8.2352607194182994</c:v>
                </c:pt>
                <c:pt idx="393">
                  <c:v>5.3698674107857123</c:v>
                </c:pt>
                <c:pt idx="394">
                  <c:v>1.6253220879090913</c:v>
                </c:pt>
                <c:pt idx="395">
                  <c:v>8.2861784599881929</c:v>
                </c:pt>
                <c:pt idx="396">
                  <c:v>10.676471639030481</c:v>
                </c:pt>
                <c:pt idx="397">
                  <c:v>8.4339775535890169</c:v>
                </c:pt>
                <c:pt idx="398">
                  <c:v>1.6922531761177466</c:v>
                </c:pt>
                <c:pt idx="399">
                  <c:v>9.6775710630310776</c:v>
                </c:pt>
                <c:pt idx="400">
                  <c:v>7.8147592478893992</c:v>
                </c:pt>
                <c:pt idx="401">
                  <c:v>12.58470750111834</c:v>
                </c:pt>
                <c:pt idx="402">
                  <c:v>7.8049569910183614</c:v>
                </c:pt>
                <c:pt idx="403">
                  <c:v>8.5320633606544263</c:v>
                </c:pt>
                <c:pt idx="404">
                  <c:v>2.1633410478338702</c:v>
                </c:pt>
                <c:pt idx="405">
                  <c:v>8.8799975717046777</c:v>
                </c:pt>
                <c:pt idx="406">
                  <c:v>3.8599140180564935</c:v>
                </c:pt>
                <c:pt idx="407">
                  <c:v>7.5975242562763317</c:v>
                </c:pt>
                <c:pt idx="408">
                  <c:v>8.6862945807315999</c:v>
                </c:pt>
                <c:pt idx="409">
                  <c:v>7.1991620926963158</c:v>
                </c:pt>
                <c:pt idx="410">
                  <c:v>4.5121775958773904</c:v>
                </c:pt>
                <c:pt idx="411">
                  <c:v>4.7123851332569204</c:v>
                </c:pt>
                <c:pt idx="412">
                  <c:v>9.0889025722895465</c:v>
                </c:pt>
                <c:pt idx="413">
                  <c:v>2.9089670192436157</c:v>
                </c:pt>
                <c:pt idx="414">
                  <c:v>9.8582985692558154</c:v>
                </c:pt>
                <c:pt idx="415">
                  <c:v>12.599226259967855</c:v>
                </c:pt>
                <c:pt idx="416">
                  <c:v>7.3979992893785091</c:v>
                </c:pt>
                <c:pt idx="417">
                  <c:v>8.6787672106077558</c:v>
                </c:pt>
                <c:pt idx="418">
                  <c:v>3.1888323125350611</c:v>
                </c:pt>
                <c:pt idx="419">
                  <c:v>5.5236902543461808</c:v>
                </c:pt>
                <c:pt idx="420">
                  <c:v>7.4334763843719376</c:v>
                </c:pt>
                <c:pt idx="421">
                  <c:v>10.253965841089858</c:v>
                </c:pt>
                <c:pt idx="422">
                  <c:v>0.68533604428569916</c:v>
                </c:pt>
                <c:pt idx="423">
                  <c:v>6.8232280889736794</c:v>
                </c:pt>
                <c:pt idx="424">
                  <c:v>8.1352005136675896</c:v>
                </c:pt>
                <c:pt idx="425">
                  <c:v>6.1066163553275006</c:v>
                </c:pt>
                <c:pt idx="426">
                  <c:v>5.4694631688025144</c:v>
                </c:pt>
                <c:pt idx="427">
                  <c:v>9.5076495872338924</c:v>
                </c:pt>
                <c:pt idx="428">
                  <c:v>11.559363756057781</c:v>
                </c:pt>
                <c:pt idx="429">
                  <c:v>5.1087486894923471</c:v>
                </c:pt>
                <c:pt idx="430">
                  <c:v>7.7648617286147301</c:v>
                </c:pt>
                <c:pt idx="431">
                  <c:v>7.7749160938186828</c:v>
                </c:pt>
                <c:pt idx="432">
                  <c:v>8.5308988628191553</c:v>
                </c:pt>
                <c:pt idx="433">
                  <c:v>4.2985833776508313</c:v>
                </c:pt>
                <c:pt idx="434">
                  <c:v>8.1527361738402817</c:v>
                </c:pt>
                <c:pt idx="435">
                  <c:v>3.857932118185964</c:v>
                </c:pt>
                <c:pt idx="436">
                  <c:v>9.2162880342782767</c:v>
                </c:pt>
                <c:pt idx="437">
                  <c:v>5.3503914847231933</c:v>
                </c:pt>
                <c:pt idx="438">
                  <c:v>2.7183697857723264</c:v>
                </c:pt>
                <c:pt idx="439">
                  <c:v>11.889216181426347</c:v>
                </c:pt>
                <c:pt idx="440">
                  <c:v>8.3767101532763402</c:v>
                </c:pt>
                <c:pt idx="441">
                  <c:v>8.530405879598435</c:v>
                </c:pt>
                <c:pt idx="442">
                  <c:v>12.502155161971986</c:v>
                </c:pt>
                <c:pt idx="443">
                  <c:v>9.1201539311100603</c:v>
                </c:pt>
                <c:pt idx="444">
                  <c:v>8.5898364135066725</c:v>
                </c:pt>
                <c:pt idx="445">
                  <c:v>6.7216769597770263</c:v>
                </c:pt>
                <c:pt idx="446">
                  <c:v>7.3098453361298441</c:v>
                </c:pt>
                <c:pt idx="447">
                  <c:v>7.5142260990607026</c:v>
                </c:pt>
                <c:pt idx="448">
                  <c:v>10.004167199415173</c:v>
                </c:pt>
                <c:pt idx="449">
                  <c:v>10.689434644518023</c:v>
                </c:pt>
                <c:pt idx="450">
                  <c:v>6.5309797432143899</c:v>
                </c:pt>
                <c:pt idx="451">
                  <c:v>9.796180741467488</c:v>
                </c:pt>
                <c:pt idx="452">
                  <c:v>6.0421534943906678</c:v>
                </c:pt>
                <c:pt idx="453">
                  <c:v>9.7850407596887976</c:v>
                </c:pt>
                <c:pt idx="454">
                  <c:v>12.208903385415056</c:v>
                </c:pt>
                <c:pt idx="455">
                  <c:v>8.0688809758399316</c:v>
                </c:pt>
                <c:pt idx="456">
                  <c:v>9.9703169652903814</c:v>
                </c:pt>
                <c:pt idx="457">
                  <c:v>8.6115241036875467</c:v>
                </c:pt>
                <c:pt idx="458">
                  <c:v>2.162716531372495</c:v>
                </c:pt>
                <c:pt idx="459">
                  <c:v>9.6164977166129013</c:v>
                </c:pt>
                <c:pt idx="460">
                  <c:v>4.5551371369577645</c:v>
                </c:pt>
                <c:pt idx="461">
                  <c:v>7.0536577774135152</c:v>
                </c:pt>
                <c:pt idx="462">
                  <c:v>1.9546808733553074</c:v>
                </c:pt>
                <c:pt idx="463">
                  <c:v>6.6122258163519136</c:v>
                </c:pt>
                <c:pt idx="464">
                  <c:v>5.4944197852510142</c:v>
                </c:pt>
                <c:pt idx="465">
                  <c:v>7.7046577882141927</c:v>
                </c:pt>
                <c:pt idx="466">
                  <c:v>6.4123048252693362</c:v>
                </c:pt>
                <c:pt idx="467">
                  <c:v>5.9512928354105341</c:v>
                </c:pt>
                <c:pt idx="468">
                  <c:v>12.535555941600236</c:v>
                </c:pt>
                <c:pt idx="469">
                  <c:v>0.99868610482619802</c:v>
                </c:pt>
                <c:pt idx="470">
                  <c:v>10.707431261466052</c:v>
                </c:pt>
                <c:pt idx="471">
                  <c:v>7.0856401271368137</c:v>
                </c:pt>
                <c:pt idx="472">
                  <c:v>9.8474886424336265</c:v>
                </c:pt>
                <c:pt idx="473">
                  <c:v>7.2283974510485223</c:v>
                </c:pt>
                <c:pt idx="474">
                  <c:v>10.21716613096063</c:v>
                </c:pt>
                <c:pt idx="475">
                  <c:v>5.2974422731626003</c:v>
                </c:pt>
                <c:pt idx="476">
                  <c:v>10.752814325073608</c:v>
                </c:pt>
                <c:pt idx="477">
                  <c:v>3.9819414605539341</c:v>
                </c:pt>
                <c:pt idx="478">
                  <c:v>2.5923218601202613</c:v>
                </c:pt>
                <c:pt idx="479">
                  <c:v>8.6419653879097051</c:v>
                </c:pt>
                <c:pt idx="480">
                  <c:v>9.0577492540457953</c:v>
                </c:pt>
                <c:pt idx="481">
                  <c:v>7.347050432593524</c:v>
                </c:pt>
                <c:pt idx="482">
                  <c:v>6.4115270402866118</c:v>
                </c:pt>
              </c:numCache>
            </c:numRef>
          </c:xVal>
          <c:yVal>
            <c:numRef>
              <c:f>Sheet1!$D$2:$D$484</c:f>
              <c:numCache>
                <c:formatCode>General</c:formatCode>
                <c:ptCount val="483"/>
                <c:pt idx="0">
                  <c:v>-0.58790042116645347</c:v>
                </c:pt>
                <c:pt idx="1">
                  <c:v>5.7239004330255741</c:v>
                </c:pt>
                <c:pt idx="2">
                  <c:v>2.7299587670637733</c:v>
                </c:pt>
                <c:pt idx="3">
                  <c:v>-0.7701760240206933</c:v>
                </c:pt>
                <c:pt idx="4">
                  <c:v>5.1030235750959418</c:v>
                </c:pt>
                <c:pt idx="5">
                  <c:v>-8.7992591871859425</c:v>
                </c:pt>
                <c:pt idx="6">
                  <c:v>1.7795105557324042</c:v>
                </c:pt>
                <c:pt idx="7">
                  <c:v>-0.13090477726378016</c:v>
                </c:pt>
                <c:pt idx="8">
                  <c:v>5.038394767863462</c:v>
                </c:pt>
                <c:pt idx="9">
                  <c:v>-6.5642839884706286</c:v>
                </c:pt>
                <c:pt idx="10">
                  <c:v>-8.6620530804504412</c:v>
                </c:pt>
                <c:pt idx="11">
                  <c:v>2.5721181653310548</c:v>
                </c:pt>
                <c:pt idx="12">
                  <c:v>-4.4045515290903197</c:v>
                </c:pt>
                <c:pt idx="13">
                  <c:v>-3.046476781470544</c:v>
                </c:pt>
                <c:pt idx="14">
                  <c:v>-1.9030145203178588</c:v>
                </c:pt>
                <c:pt idx="15">
                  <c:v>-4.7779027445764406</c:v>
                </c:pt>
                <c:pt idx="16">
                  <c:v>3.501361181271577</c:v>
                </c:pt>
                <c:pt idx="17">
                  <c:v>7.4646418872416627</c:v>
                </c:pt>
                <c:pt idx="18">
                  <c:v>5.951126083136475</c:v>
                </c:pt>
                <c:pt idx="19">
                  <c:v>4.1397814469984402</c:v>
                </c:pt>
                <c:pt idx="20">
                  <c:v>5.5157050625327955</c:v>
                </c:pt>
                <c:pt idx="21">
                  <c:v>-2.4020944130831133E-2</c:v>
                </c:pt>
                <c:pt idx="22">
                  <c:v>-7.5863998423139503</c:v>
                </c:pt>
                <c:pt idx="23">
                  <c:v>7.1671623498042649</c:v>
                </c:pt>
                <c:pt idx="24">
                  <c:v>0.54449101649175546</c:v>
                </c:pt>
                <c:pt idx="25">
                  <c:v>1.0759843701574445</c:v>
                </c:pt>
                <c:pt idx="26">
                  <c:v>-4.7738062482831989</c:v>
                </c:pt>
                <c:pt idx="27">
                  <c:v>1.9849533794009748</c:v>
                </c:pt>
                <c:pt idx="28">
                  <c:v>9.0254712091205285</c:v>
                </c:pt>
                <c:pt idx="29">
                  <c:v>-2.5734937281800954</c:v>
                </c:pt>
                <c:pt idx="30">
                  <c:v>3.7888254583426133</c:v>
                </c:pt>
                <c:pt idx="31">
                  <c:v>2.653032339757019</c:v>
                </c:pt>
                <c:pt idx="32">
                  <c:v>-3.6957859376909341</c:v>
                </c:pt>
                <c:pt idx="33">
                  <c:v>-7.3326581137841966</c:v>
                </c:pt>
                <c:pt idx="34">
                  <c:v>5.3799418609546938</c:v>
                </c:pt>
                <c:pt idx="35">
                  <c:v>2.7661212072244288</c:v>
                </c:pt>
                <c:pt idx="36">
                  <c:v>5.8194810099400218</c:v>
                </c:pt>
                <c:pt idx="37">
                  <c:v>1.6819741149572003</c:v>
                </c:pt>
                <c:pt idx="38">
                  <c:v>-7.191592961091847</c:v>
                </c:pt>
                <c:pt idx="39">
                  <c:v>4.393322321529082</c:v>
                </c:pt>
                <c:pt idx="40">
                  <c:v>0.89395766777804464</c:v>
                </c:pt>
                <c:pt idx="41">
                  <c:v>5.5479746466671864</c:v>
                </c:pt>
                <c:pt idx="42">
                  <c:v>-1.6303561009158145</c:v>
                </c:pt>
                <c:pt idx="43">
                  <c:v>2.283586952245622</c:v>
                </c:pt>
                <c:pt idx="44">
                  <c:v>0.66429561866229725</c:v>
                </c:pt>
                <c:pt idx="45">
                  <c:v>3.3669513271071252</c:v>
                </c:pt>
                <c:pt idx="46">
                  <c:v>6.254086394194819</c:v>
                </c:pt>
                <c:pt idx="47">
                  <c:v>2.1626189618336102</c:v>
                </c:pt>
                <c:pt idx="48">
                  <c:v>-7.6485284340941782</c:v>
                </c:pt>
                <c:pt idx="49">
                  <c:v>4.1936388292880897</c:v>
                </c:pt>
                <c:pt idx="50">
                  <c:v>3.0640769015660623</c:v>
                </c:pt>
                <c:pt idx="51">
                  <c:v>-4.4523199622893275</c:v>
                </c:pt>
                <c:pt idx="52">
                  <c:v>3.1647023210227969</c:v>
                </c:pt>
                <c:pt idx="53">
                  <c:v>5.3434646195882882</c:v>
                </c:pt>
                <c:pt idx="54">
                  <c:v>3.3327147440352736</c:v>
                </c:pt>
                <c:pt idx="55">
                  <c:v>6.7711083000331884</c:v>
                </c:pt>
                <c:pt idx="56">
                  <c:v>0.16262193421929275</c:v>
                </c:pt>
                <c:pt idx="57">
                  <c:v>-9.7454228762875683</c:v>
                </c:pt>
                <c:pt idx="58">
                  <c:v>-2.8515515433615977</c:v>
                </c:pt>
                <c:pt idx="59">
                  <c:v>-5.6155334826722285</c:v>
                </c:pt>
                <c:pt idx="60">
                  <c:v>1.8064246544185545</c:v>
                </c:pt>
                <c:pt idx="61">
                  <c:v>0.891088323598907</c:v>
                </c:pt>
                <c:pt idx="62">
                  <c:v>-1.5619307210545763</c:v>
                </c:pt>
                <c:pt idx="63">
                  <c:v>-7.3724783389728374</c:v>
                </c:pt>
                <c:pt idx="64">
                  <c:v>-2.9760200647472534</c:v>
                </c:pt>
                <c:pt idx="65">
                  <c:v>6.4343355190065026</c:v>
                </c:pt>
                <c:pt idx="66">
                  <c:v>5.8606119595556905</c:v>
                </c:pt>
                <c:pt idx="67">
                  <c:v>4.5201172182782239</c:v>
                </c:pt>
                <c:pt idx="68">
                  <c:v>-2.4744681925901646</c:v>
                </c:pt>
                <c:pt idx="69">
                  <c:v>4.8762031331827371</c:v>
                </c:pt>
                <c:pt idx="70">
                  <c:v>-5.9858411259200466</c:v>
                </c:pt>
                <c:pt idx="71">
                  <c:v>5.6091474620701112</c:v>
                </c:pt>
                <c:pt idx="72">
                  <c:v>7.3714154046207119</c:v>
                </c:pt>
                <c:pt idx="73">
                  <c:v>-8.5786566896902183</c:v>
                </c:pt>
                <c:pt idx="74">
                  <c:v>-4.4444966634826955</c:v>
                </c:pt>
                <c:pt idx="75">
                  <c:v>-2.595804342869251</c:v>
                </c:pt>
                <c:pt idx="76">
                  <c:v>-5.0697716972963436</c:v>
                </c:pt>
                <c:pt idx="77">
                  <c:v>-4.6657634191285329</c:v>
                </c:pt>
                <c:pt idx="78">
                  <c:v>-3.5949360222681919</c:v>
                </c:pt>
                <c:pt idx="79">
                  <c:v>0.46678432079111815</c:v>
                </c:pt>
                <c:pt idx="80">
                  <c:v>-3.9093780529379809</c:v>
                </c:pt>
                <c:pt idx="81">
                  <c:v>1.2403881336199305</c:v>
                </c:pt>
                <c:pt idx="82">
                  <c:v>-8.0813093267825948</c:v>
                </c:pt>
                <c:pt idx="83">
                  <c:v>5.6199058085005076</c:v>
                </c:pt>
                <c:pt idx="84">
                  <c:v>7.9969208299266974</c:v>
                </c:pt>
                <c:pt idx="85">
                  <c:v>6.4609214586776158</c:v>
                </c:pt>
                <c:pt idx="86">
                  <c:v>-4.8870448822337123</c:v>
                </c:pt>
                <c:pt idx="87">
                  <c:v>1.9730414137285772</c:v>
                </c:pt>
                <c:pt idx="88">
                  <c:v>-9.5390867538922759</c:v>
                </c:pt>
                <c:pt idx="89">
                  <c:v>3.1416586116005067</c:v>
                </c:pt>
                <c:pt idx="90">
                  <c:v>10.293250753212728</c:v>
                </c:pt>
                <c:pt idx="91">
                  <c:v>-5.2867348349735073</c:v>
                </c:pt>
                <c:pt idx="92">
                  <c:v>0.73371500884801999</c:v>
                </c:pt>
                <c:pt idx="93">
                  <c:v>-0.45642694868450945</c:v>
                </c:pt>
                <c:pt idx="94">
                  <c:v>6.083147310895729</c:v>
                </c:pt>
                <c:pt idx="95">
                  <c:v>3.6725813691200139E-3</c:v>
                </c:pt>
                <c:pt idx="96">
                  <c:v>5.1487876881489293E-2</c:v>
                </c:pt>
                <c:pt idx="97">
                  <c:v>-6.881713922924515</c:v>
                </c:pt>
                <c:pt idx="98">
                  <c:v>4.9351855804421882</c:v>
                </c:pt>
                <c:pt idx="99">
                  <c:v>-1.1536500284173672</c:v>
                </c:pt>
                <c:pt idx="100">
                  <c:v>-2.641128224684421</c:v>
                </c:pt>
                <c:pt idx="101">
                  <c:v>2.4003975151694905</c:v>
                </c:pt>
                <c:pt idx="102">
                  <c:v>4.0084229167739203</c:v>
                </c:pt>
                <c:pt idx="103">
                  <c:v>-5.6964322899749389</c:v>
                </c:pt>
                <c:pt idx="104">
                  <c:v>-9.2763172110391192</c:v>
                </c:pt>
                <c:pt idx="105">
                  <c:v>2.5163879026402749</c:v>
                </c:pt>
                <c:pt idx="106">
                  <c:v>2.5661337214273763</c:v>
                </c:pt>
                <c:pt idx="107">
                  <c:v>1.1334901380308331</c:v>
                </c:pt>
                <c:pt idx="108">
                  <c:v>-4.2172684512127931</c:v>
                </c:pt>
                <c:pt idx="109">
                  <c:v>7.8475996568024122</c:v>
                </c:pt>
                <c:pt idx="110">
                  <c:v>-4.9090350473958715</c:v>
                </c:pt>
                <c:pt idx="111">
                  <c:v>7.3490242284276341</c:v>
                </c:pt>
                <c:pt idx="112">
                  <c:v>2.9150514613540004</c:v>
                </c:pt>
                <c:pt idx="113">
                  <c:v>-4.6119411328757831</c:v>
                </c:pt>
                <c:pt idx="114">
                  <c:v>3.831137997729281</c:v>
                </c:pt>
                <c:pt idx="115">
                  <c:v>-1.5867087704631995</c:v>
                </c:pt>
                <c:pt idx="116">
                  <c:v>2.4819286403152785</c:v>
                </c:pt>
                <c:pt idx="117">
                  <c:v>0.54428422569762769</c:v>
                </c:pt>
                <c:pt idx="118">
                  <c:v>0.74452194146668593</c:v>
                </c:pt>
                <c:pt idx="119">
                  <c:v>3.1945345795308837</c:v>
                </c:pt>
                <c:pt idx="120">
                  <c:v>8.8131423995020981</c:v>
                </c:pt>
                <c:pt idx="121">
                  <c:v>-0.90975598803813851</c:v>
                </c:pt>
                <c:pt idx="122">
                  <c:v>1.2715077147361347</c:v>
                </c:pt>
                <c:pt idx="123">
                  <c:v>1.8291600177771934</c:v>
                </c:pt>
                <c:pt idx="124">
                  <c:v>-0.42891927647772843</c:v>
                </c:pt>
                <c:pt idx="125">
                  <c:v>-7.7098358815931443</c:v>
                </c:pt>
                <c:pt idx="126">
                  <c:v>-7.511022674678137</c:v>
                </c:pt>
                <c:pt idx="127">
                  <c:v>6.2124285148820739</c:v>
                </c:pt>
                <c:pt idx="128">
                  <c:v>-5.6996421438595011</c:v>
                </c:pt>
                <c:pt idx="129">
                  <c:v>3.5759437214928873</c:v>
                </c:pt>
                <c:pt idx="130">
                  <c:v>-1.2905812261921725</c:v>
                </c:pt>
                <c:pt idx="131">
                  <c:v>2.9514293407565413</c:v>
                </c:pt>
                <c:pt idx="132">
                  <c:v>-1.4534893429216811</c:v>
                </c:pt>
                <c:pt idx="133">
                  <c:v>0.83178455979421373</c:v>
                </c:pt>
                <c:pt idx="134">
                  <c:v>7.4654452166131806</c:v>
                </c:pt>
                <c:pt idx="135">
                  <c:v>-7.1583488017934167</c:v>
                </c:pt>
                <c:pt idx="136">
                  <c:v>6.9195356276814639</c:v>
                </c:pt>
                <c:pt idx="137">
                  <c:v>8.1059369363888063</c:v>
                </c:pt>
                <c:pt idx="138">
                  <c:v>-7.7590514496782781</c:v>
                </c:pt>
                <c:pt idx="139">
                  <c:v>3.6376486020512693</c:v>
                </c:pt>
                <c:pt idx="140">
                  <c:v>5.0145534127262552</c:v>
                </c:pt>
                <c:pt idx="141">
                  <c:v>-4.1667344371188584</c:v>
                </c:pt>
                <c:pt idx="142">
                  <c:v>8.3520765668372565</c:v>
                </c:pt>
                <c:pt idx="143">
                  <c:v>-4.5044256991254192</c:v>
                </c:pt>
                <c:pt idx="144">
                  <c:v>5.1536826959228215</c:v>
                </c:pt>
                <c:pt idx="145">
                  <c:v>-4.0219102433254337</c:v>
                </c:pt>
                <c:pt idx="146">
                  <c:v>5.4718183423873761</c:v>
                </c:pt>
                <c:pt idx="147">
                  <c:v>6.7804705930708549</c:v>
                </c:pt>
                <c:pt idx="148">
                  <c:v>5.8072763006413766</c:v>
                </c:pt>
                <c:pt idx="149">
                  <c:v>7.4159306925506501</c:v>
                </c:pt>
                <c:pt idx="150">
                  <c:v>-1.7397566904982174</c:v>
                </c:pt>
                <c:pt idx="151">
                  <c:v>6.1917780277480459</c:v>
                </c:pt>
                <c:pt idx="152">
                  <c:v>3.6946564488246056</c:v>
                </c:pt>
                <c:pt idx="153">
                  <c:v>5.6219947444824072</c:v>
                </c:pt>
                <c:pt idx="154">
                  <c:v>-0.34851236958632759</c:v>
                </c:pt>
                <c:pt idx="155">
                  <c:v>1.3052559584005214</c:v>
                </c:pt>
                <c:pt idx="156">
                  <c:v>2.3111033647980879</c:v>
                </c:pt>
                <c:pt idx="157">
                  <c:v>5.370638378974113</c:v>
                </c:pt>
                <c:pt idx="158">
                  <c:v>0.61296601091564418</c:v>
                </c:pt>
                <c:pt idx="159">
                  <c:v>-1.9008294069253384</c:v>
                </c:pt>
                <c:pt idx="160">
                  <c:v>4.960224017748069</c:v>
                </c:pt>
                <c:pt idx="161">
                  <c:v>0.15754182484954077</c:v>
                </c:pt>
                <c:pt idx="162">
                  <c:v>1.5675120578838393</c:v>
                </c:pt>
                <c:pt idx="163">
                  <c:v>-7.7361520253758451</c:v>
                </c:pt>
                <c:pt idx="164">
                  <c:v>0.36845234968174573</c:v>
                </c:pt>
                <c:pt idx="165">
                  <c:v>-3.4102745764493392</c:v>
                </c:pt>
                <c:pt idx="166">
                  <c:v>4.1111287348964227</c:v>
                </c:pt>
                <c:pt idx="167">
                  <c:v>2.3713214865275054</c:v>
                </c:pt>
                <c:pt idx="168">
                  <c:v>1.3172230998403913</c:v>
                </c:pt>
                <c:pt idx="169">
                  <c:v>1.9697793015304834</c:v>
                </c:pt>
                <c:pt idx="170">
                  <c:v>3.2408589277146023</c:v>
                </c:pt>
                <c:pt idx="171">
                  <c:v>1.7043144158487573</c:v>
                </c:pt>
                <c:pt idx="172">
                  <c:v>0.84949296620388914</c:v>
                </c:pt>
                <c:pt idx="173">
                  <c:v>-4.5678663096904693</c:v>
                </c:pt>
                <c:pt idx="174">
                  <c:v>-2.3120830352739659</c:v>
                </c:pt>
                <c:pt idx="175">
                  <c:v>-8.8322354821562108</c:v>
                </c:pt>
                <c:pt idx="176">
                  <c:v>0.3105643414233803</c:v>
                </c:pt>
                <c:pt idx="177">
                  <c:v>-7.1110976404254416</c:v>
                </c:pt>
                <c:pt idx="178">
                  <c:v>-1.7238415785126138</c:v>
                </c:pt>
                <c:pt idx="179">
                  <c:v>-3.1253170104546069</c:v>
                </c:pt>
                <c:pt idx="180">
                  <c:v>3.4246050790306208</c:v>
                </c:pt>
                <c:pt idx="181">
                  <c:v>3.701399404702304</c:v>
                </c:pt>
                <c:pt idx="182">
                  <c:v>-1.5953815937576965</c:v>
                </c:pt>
                <c:pt idx="183">
                  <c:v>5.381294560173524</c:v>
                </c:pt>
                <c:pt idx="184">
                  <c:v>4.4342442904392492</c:v>
                </c:pt>
                <c:pt idx="185">
                  <c:v>-3.8189741698621278</c:v>
                </c:pt>
                <c:pt idx="186">
                  <c:v>-4.1210133987420798</c:v>
                </c:pt>
                <c:pt idx="187">
                  <c:v>2.2285080771598604</c:v>
                </c:pt>
                <c:pt idx="188">
                  <c:v>9.4868256215235451</c:v>
                </c:pt>
                <c:pt idx="189">
                  <c:v>1.5846919104078194</c:v>
                </c:pt>
                <c:pt idx="190">
                  <c:v>2.9591529603964259</c:v>
                </c:pt>
                <c:pt idx="191">
                  <c:v>2.9198704810198612</c:v>
                </c:pt>
                <c:pt idx="192">
                  <c:v>-6.7000624592930764</c:v>
                </c:pt>
                <c:pt idx="193">
                  <c:v>1.7366964579250832</c:v>
                </c:pt>
                <c:pt idx="194">
                  <c:v>-2.8722049924956892</c:v>
                </c:pt>
                <c:pt idx="195">
                  <c:v>5.115285080269687</c:v>
                </c:pt>
                <c:pt idx="196">
                  <c:v>7.2867855476213395</c:v>
                </c:pt>
                <c:pt idx="197">
                  <c:v>-9.4111271477816398</c:v>
                </c:pt>
                <c:pt idx="198">
                  <c:v>2.7827253079426035</c:v>
                </c:pt>
                <c:pt idx="199">
                  <c:v>3.992534187623257</c:v>
                </c:pt>
                <c:pt idx="200">
                  <c:v>-5.3858171829439474</c:v>
                </c:pt>
                <c:pt idx="201">
                  <c:v>-1.7055599382052442</c:v>
                </c:pt>
                <c:pt idx="202">
                  <c:v>-3.1792127701157988</c:v>
                </c:pt>
                <c:pt idx="203">
                  <c:v>2.4546727654062819</c:v>
                </c:pt>
                <c:pt idx="204">
                  <c:v>5.6021172565639423</c:v>
                </c:pt>
                <c:pt idx="205">
                  <c:v>-4.21972583311456</c:v>
                </c:pt>
                <c:pt idx="206">
                  <c:v>1.0833213209118984</c:v>
                </c:pt>
                <c:pt idx="207">
                  <c:v>-2.7430643953470959</c:v>
                </c:pt>
                <c:pt idx="208">
                  <c:v>8.6240837631090486</c:v>
                </c:pt>
                <c:pt idx="209">
                  <c:v>-5.1613480635442262</c:v>
                </c:pt>
                <c:pt idx="210">
                  <c:v>-9.1645082364342318</c:v>
                </c:pt>
                <c:pt idx="211">
                  <c:v>-6.8209145325157357</c:v>
                </c:pt>
                <c:pt idx="212">
                  <c:v>-4.3285768441321419E-2</c:v>
                </c:pt>
                <c:pt idx="213">
                  <c:v>6.3799282745650574</c:v>
                </c:pt>
                <c:pt idx="214">
                  <c:v>2.3440272664656487</c:v>
                </c:pt>
                <c:pt idx="215">
                  <c:v>-5.5669463395170826</c:v>
                </c:pt>
                <c:pt idx="216">
                  <c:v>5.7112358046467513</c:v>
                </c:pt>
                <c:pt idx="217">
                  <c:v>-8.0404068008118497</c:v>
                </c:pt>
                <c:pt idx="218">
                  <c:v>-1.3045633232984388</c:v>
                </c:pt>
                <c:pt idx="219">
                  <c:v>-1.6175287673242906</c:v>
                </c:pt>
                <c:pt idx="220">
                  <c:v>5.2588759132143812</c:v>
                </c:pt>
                <c:pt idx="221">
                  <c:v>-1.0091438233407708</c:v>
                </c:pt>
                <c:pt idx="222">
                  <c:v>2.5446376844769047</c:v>
                </c:pt>
                <c:pt idx="223">
                  <c:v>9.0253298008649345</c:v>
                </c:pt>
                <c:pt idx="224">
                  <c:v>-5.6897630484251627</c:v>
                </c:pt>
                <c:pt idx="225">
                  <c:v>4.743320350977676</c:v>
                </c:pt>
                <c:pt idx="226">
                  <c:v>-6.5986216437534884</c:v>
                </c:pt>
                <c:pt idx="227">
                  <c:v>3.3146568043101499</c:v>
                </c:pt>
                <c:pt idx="228">
                  <c:v>2.0902861580067285</c:v>
                </c:pt>
                <c:pt idx="229">
                  <c:v>0.18720119181288447</c:v>
                </c:pt>
                <c:pt idx="230">
                  <c:v>2.6672485658015184</c:v>
                </c:pt>
                <c:pt idx="231">
                  <c:v>-2.0957062268226854</c:v>
                </c:pt>
                <c:pt idx="232">
                  <c:v>3.0722161633371807</c:v>
                </c:pt>
                <c:pt idx="233">
                  <c:v>2.2775303371824336</c:v>
                </c:pt>
                <c:pt idx="234">
                  <c:v>5.4946048876313585</c:v>
                </c:pt>
                <c:pt idx="235">
                  <c:v>-5.1618792613519231</c:v>
                </c:pt>
                <c:pt idx="236">
                  <c:v>-1.7109373296493049</c:v>
                </c:pt>
                <c:pt idx="237">
                  <c:v>-4.1388414149365547</c:v>
                </c:pt>
                <c:pt idx="238">
                  <c:v>5.6983940800244</c:v>
                </c:pt>
                <c:pt idx="239">
                  <c:v>11.49452631307412</c:v>
                </c:pt>
                <c:pt idx="240">
                  <c:v>0.78436829918793227</c:v>
                </c:pt>
                <c:pt idx="241">
                  <c:v>-7.2617324986906437</c:v>
                </c:pt>
                <c:pt idx="242">
                  <c:v>-9.0305411798634019</c:v>
                </c:pt>
                <c:pt idx="243">
                  <c:v>1.5175651118704458</c:v>
                </c:pt>
                <c:pt idx="244">
                  <c:v>-2.9511893071031121</c:v>
                </c:pt>
                <c:pt idx="245">
                  <c:v>2.9678989055299234</c:v>
                </c:pt>
                <c:pt idx="246">
                  <c:v>4.7487894605420102</c:v>
                </c:pt>
                <c:pt idx="247">
                  <c:v>8.3060658115085335</c:v>
                </c:pt>
                <c:pt idx="248">
                  <c:v>12.738374177616247</c:v>
                </c:pt>
                <c:pt idx="249">
                  <c:v>5.5232930838796772</c:v>
                </c:pt>
                <c:pt idx="250">
                  <c:v>2.2783253318282091</c:v>
                </c:pt>
                <c:pt idx="251">
                  <c:v>11.158375722218461</c:v>
                </c:pt>
                <c:pt idx="252">
                  <c:v>7.3161122927374374</c:v>
                </c:pt>
                <c:pt idx="253">
                  <c:v>-5.423891784762664</c:v>
                </c:pt>
                <c:pt idx="254">
                  <c:v>1.6238327604551117</c:v>
                </c:pt>
                <c:pt idx="255">
                  <c:v>3.8035792522438157</c:v>
                </c:pt>
                <c:pt idx="256">
                  <c:v>0.22523974383146064</c:v>
                </c:pt>
                <c:pt idx="257">
                  <c:v>1.1108093080749126</c:v>
                </c:pt>
                <c:pt idx="258">
                  <c:v>4.9639319283609691</c:v>
                </c:pt>
                <c:pt idx="259">
                  <c:v>0.55516094524424853</c:v>
                </c:pt>
                <c:pt idx="260">
                  <c:v>-2.1852814682929926</c:v>
                </c:pt>
                <c:pt idx="261">
                  <c:v>2.7643629015739202</c:v>
                </c:pt>
                <c:pt idx="262">
                  <c:v>6.579681784727657</c:v>
                </c:pt>
                <c:pt idx="263">
                  <c:v>-6.0658801520522108</c:v>
                </c:pt>
                <c:pt idx="264">
                  <c:v>1.5875161153874513</c:v>
                </c:pt>
                <c:pt idx="265">
                  <c:v>5.6535784116323091</c:v>
                </c:pt>
                <c:pt idx="266">
                  <c:v>-6.2244878297678783</c:v>
                </c:pt>
                <c:pt idx="267">
                  <c:v>1.9063903300852414</c:v>
                </c:pt>
                <c:pt idx="268">
                  <c:v>6.5408060306640516</c:v>
                </c:pt>
                <c:pt idx="269">
                  <c:v>3.7390353054051682</c:v>
                </c:pt>
                <c:pt idx="270">
                  <c:v>5.8334539137148127</c:v>
                </c:pt>
                <c:pt idx="271">
                  <c:v>4.7484021039815287</c:v>
                </c:pt>
                <c:pt idx="272">
                  <c:v>0.67498591396229646</c:v>
                </c:pt>
                <c:pt idx="273">
                  <c:v>4.5978112308418195</c:v>
                </c:pt>
                <c:pt idx="274">
                  <c:v>4.7643172899429747</c:v>
                </c:pt>
                <c:pt idx="275">
                  <c:v>6.4728174040858768</c:v>
                </c:pt>
                <c:pt idx="276">
                  <c:v>-5.1288225206978657</c:v>
                </c:pt>
                <c:pt idx="277">
                  <c:v>2.7299418261817703</c:v>
                </c:pt>
                <c:pt idx="278">
                  <c:v>-2.5891352169928674</c:v>
                </c:pt>
                <c:pt idx="279">
                  <c:v>0.29158333691666655</c:v>
                </c:pt>
                <c:pt idx="280">
                  <c:v>2.8116721378017444</c:v>
                </c:pt>
                <c:pt idx="281">
                  <c:v>7.4060912569971586</c:v>
                </c:pt>
                <c:pt idx="282">
                  <c:v>-4.4572039082963855</c:v>
                </c:pt>
                <c:pt idx="283">
                  <c:v>4.3178462082642719</c:v>
                </c:pt>
                <c:pt idx="284">
                  <c:v>-0.55252011545200008</c:v>
                </c:pt>
                <c:pt idx="285">
                  <c:v>-0.75632292922755218</c:v>
                </c:pt>
                <c:pt idx="286">
                  <c:v>0.33816373275944578</c:v>
                </c:pt>
                <c:pt idx="287">
                  <c:v>-1.5511848108374449</c:v>
                </c:pt>
                <c:pt idx="288">
                  <c:v>3.5866242913145201</c:v>
                </c:pt>
                <c:pt idx="289">
                  <c:v>-5.4616988087974043</c:v>
                </c:pt>
                <c:pt idx="290">
                  <c:v>0.83024685493289374</c:v>
                </c:pt>
                <c:pt idx="291">
                  <c:v>7.9186002870200092</c:v>
                </c:pt>
                <c:pt idx="292">
                  <c:v>1.0891909104303115</c:v>
                </c:pt>
                <c:pt idx="293">
                  <c:v>1.0586814125926394</c:v>
                </c:pt>
                <c:pt idx="294">
                  <c:v>6.4706499275562397</c:v>
                </c:pt>
                <c:pt idx="295">
                  <c:v>5.5039788655913524</c:v>
                </c:pt>
                <c:pt idx="296">
                  <c:v>0.79385279391085195</c:v>
                </c:pt>
                <c:pt idx="297">
                  <c:v>-3.6742461147217034</c:v>
                </c:pt>
                <c:pt idx="298">
                  <c:v>3.5311345158106917</c:v>
                </c:pt>
                <c:pt idx="299">
                  <c:v>-1.4151216918125731</c:v>
                </c:pt>
                <c:pt idx="300">
                  <c:v>4.9643865985591429</c:v>
                </c:pt>
                <c:pt idx="301">
                  <c:v>1.4507671844725716</c:v>
                </c:pt>
                <c:pt idx="302">
                  <c:v>-1.1018714835718786</c:v>
                </c:pt>
                <c:pt idx="303">
                  <c:v>-8.9965603833839634</c:v>
                </c:pt>
                <c:pt idx="304">
                  <c:v>4.4637688217271911</c:v>
                </c:pt>
                <c:pt idx="305">
                  <c:v>7.762220066812155</c:v>
                </c:pt>
                <c:pt idx="306">
                  <c:v>8.0116796559461481</c:v>
                </c:pt>
                <c:pt idx="307">
                  <c:v>4.4021423144842764</c:v>
                </c:pt>
                <c:pt idx="308">
                  <c:v>-3.4152290610725151</c:v>
                </c:pt>
                <c:pt idx="309">
                  <c:v>3.8009306145570996</c:v>
                </c:pt>
                <c:pt idx="310">
                  <c:v>11.546305875478835</c:v>
                </c:pt>
                <c:pt idx="311">
                  <c:v>-7.7404515568983028</c:v>
                </c:pt>
                <c:pt idx="312">
                  <c:v>0.6528431312326477</c:v>
                </c:pt>
                <c:pt idx="313">
                  <c:v>2.8305797451208878</c:v>
                </c:pt>
                <c:pt idx="314">
                  <c:v>-0.66018207094038739</c:v>
                </c:pt>
                <c:pt idx="315">
                  <c:v>-7.2250984419402542</c:v>
                </c:pt>
                <c:pt idx="316">
                  <c:v>-7.0828855053619657</c:v>
                </c:pt>
                <c:pt idx="317">
                  <c:v>1.9643517948897882</c:v>
                </c:pt>
                <c:pt idx="318">
                  <c:v>4.3914288189893576</c:v>
                </c:pt>
                <c:pt idx="319">
                  <c:v>-7.7339117717781924</c:v>
                </c:pt>
                <c:pt idx="320">
                  <c:v>5.6862789170401538</c:v>
                </c:pt>
                <c:pt idx="321">
                  <c:v>3.6665418884566368</c:v>
                </c:pt>
                <c:pt idx="322">
                  <c:v>11.224587749864094</c:v>
                </c:pt>
                <c:pt idx="323">
                  <c:v>-0.83140912924133747</c:v>
                </c:pt>
                <c:pt idx="324">
                  <c:v>-3.4027665187554246</c:v>
                </c:pt>
                <c:pt idx="325">
                  <c:v>-5.0134204445994994</c:v>
                </c:pt>
                <c:pt idx="326">
                  <c:v>2.0127484189242635</c:v>
                </c:pt>
                <c:pt idx="327">
                  <c:v>1.4627011590487915</c:v>
                </c:pt>
                <c:pt idx="328">
                  <c:v>2.9202933879703923</c:v>
                </c:pt>
                <c:pt idx="329">
                  <c:v>2.8655759121227118</c:v>
                </c:pt>
                <c:pt idx="330">
                  <c:v>0.74196330574094049</c:v>
                </c:pt>
                <c:pt idx="331">
                  <c:v>-7.4864577991351648</c:v>
                </c:pt>
                <c:pt idx="332">
                  <c:v>1.7442115958000355</c:v>
                </c:pt>
                <c:pt idx="333">
                  <c:v>-2.5585081835818984</c:v>
                </c:pt>
                <c:pt idx="334">
                  <c:v>4.6334876253289279</c:v>
                </c:pt>
                <c:pt idx="335">
                  <c:v>-5.4274409377209052</c:v>
                </c:pt>
                <c:pt idx="336">
                  <c:v>2.8269592830196255</c:v>
                </c:pt>
                <c:pt idx="337">
                  <c:v>-5.7803339775325391</c:v>
                </c:pt>
                <c:pt idx="338">
                  <c:v>4.5285926352442205</c:v>
                </c:pt>
                <c:pt idx="339">
                  <c:v>-3.2708996163560911</c:v>
                </c:pt>
                <c:pt idx="340">
                  <c:v>3.2773740428937206</c:v>
                </c:pt>
                <c:pt idx="341">
                  <c:v>10.486975946333304</c:v>
                </c:pt>
                <c:pt idx="342">
                  <c:v>4.1424458473092116</c:v>
                </c:pt>
                <c:pt idx="343">
                  <c:v>4.3300681422313989</c:v>
                </c:pt>
                <c:pt idx="344">
                  <c:v>4.4139513864472777</c:v>
                </c:pt>
                <c:pt idx="345">
                  <c:v>0.92384552393582919</c:v>
                </c:pt>
                <c:pt idx="346">
                  <c:v>-9.8527625375435424</c:v>
                </c:pt>
                <c:pt idx="347">
                  <c:v>-1.8087056709533946</c:v>
                </c:pt>
                <c:pt idx="348">
                  <c:v>-2.7441108954402575</c:v>
                </c:pt>
                <c:pt idx="349">
                  <c:v>1.494551687749041</c:v>
                </c:pt>
                <c:pt idx="350">
                  <c:v>0.41503390227381465</c:v>
                </c:pt>
                <c:pt idx="351">
                  <c:v>-6.4698232626662584</c:v>
                </c:pt>
                <c:pt idx="352">
                  <c:v>0.48790919223500145</c:v>
                </c:pt>
                <c:pt idx="353">
                  <c:v>4.7339636147535789</c:v>
                </c:pt>
                <c:pt idx="354">
                  <c:v>-5.8999588416332278</c:v>
                </c:pt>
                <c:pt idx="355">
                  <c:v>3.5965110583668318</c:v>
                </c:pt>
                <c:pt idx="356">
                  <c:v>0.75290468414530709</c:v>
                </c:pt>
                <c:pt idx="357">
                  <c:v>1.1589519435270184</c:v>
                </c:pt>
                <c:pt idx="358">
                  <c:v>1.153302699231181</c:v>
                </c:pt>
                <c:pt idx="359">
                  <c:v>9.2649305386768255</c:v>
                </c:pt>
                <c:pt idx="360">
                  <c:v>-6.8916059605763351</c:v>
                </c:pt>
                <c:pt idx="361">
                  <c:v>4.8786620646228451</c:v>
                </c:pt>
                <c:pt idx="362">
                  <c:v>-10.159678219809289</c:v>
                </c:pt>
                <c:pt idx="363">
                  <c:v>2.586552434925435</c:v>
                </c:pt>
                <c:pt idx="364">
                  <c:v>-6.8743899813726026</c:v>
                </c:pt>
                <c:pt idx="365">
                  <c:v>3.3158705083795836</c:v>
                </c:pt>
                <c:pt idx="366">
                  <c:v>-6.5909737993422253</c:v>
                </c:pt>
                <c:pt idx="367">
                  <c:v>-4.1709267662920286</c:v>
                </c:pt>
                <c:pt idx="368">
                  <c:v>4.1621847004294787</c:v>
                </c:pt>
                <c:pt idx="369">
                  <c:v>1.9055156996793634</c:v>
                </c:pt>
                <c:pt idx="370">
                  <c:v>1.2875988814487709</c:v>
                </c:pt>
                <c:pt idx="371">
                  <c:v>1.0140553156201448</c:v>
                </c:pt>
                <c:pt idx="372">
                  <c:v>2.2966638353771396</c:v>
                </c:pt>
                <c:pt idx="373">
                  <c:v>13.549223953030586</c:v>
                </c:pt>
                <c:pt idx="374">
                  <c:v>5.9388505067377357</c:v>
                </c:pt>
                <c:pt idx="375">
                  <c:v>7.1618963075762627</c:v>
                </c:pt>
                <c:pt idx="376">
                  <c:v>0.53154222894399039</c:v>
                </c:pt>
                <c:pt idx="377">
                  <c:v>5.7208486227776421</c:v>
                </c:pt>
                <c:pt idx="378">
                  <c:v>1.3863496277563769</c:v>
                </c:pt>
                <c:pt idx="379">
                  <c:v>-0.78362548167470791</c:v>
                </c:pt>
                <c:pt idx="380">
                  <c:v>-7.0013598160323038</c:v>
                </c:pt>
                <c:pt idx="381">
                  <c:v>-6.9911624938776731</c:v>
                </c:pt>
                <c:pt idx="382">
                  <c:v>-7.6231746210066378</c:v>
                </c:pt>
                <c:pt idx="383">
                  <c:v>-7.0745548244074872</c:v>
                </c:pt>
                <c:pt idx="384">
                  <c:v>-10.531493138013028</c:v>
                </c:pt>
                <c:pt idx="385">
                  <c:v>-0.75984611151066017</c:v>
                </c:pt>
                <c:pt idx="386">
                  <c:v>-3.6381515962740449</c:v>
                </c:pt>
                <c:pt idx="387">
                  <c:v>7.9436404359601012</c:v>
                </c:pt>
                <c:pt idx="388">
                  <c:v>-7.3443941550993097</c:v>
                </c:pt>
                <c:pt idx="389">
                  <c:v>0.49124429025368554</c:v>
                </c:pt>
                <c:pt idx="390">
                  <c:v>-0.91159163827238721</c:v>
                </c:pt>
                <c:pt idx="391">
                  <c:v>-4.3929285041421293</c:v>
                </c:pt>
                <c:pt idx="392">
                  <c:v>-5.3581743113022346</c:v>
                </c:pt>
                <c:pt idx="393">
                  <c:v>-3.2683112813977662</c:v>
                </c:pt>
                <c:pt idx="394">
                  <c:v>2.9924756341921293</c:v>
                </c:pt>
                <c:pt idx="395">
                  <c:v>-4.246984200324663</c:v>
                </c:pt>
                <c:pt idx="396">
                  <c:v>4.7054939050084874</c:v>
                </c:pt>
                <c:pt idx="397">
                  <c:v>-0.43216770624408646</c:v>
                </c:pt>
                <c:pt idx="398">
                  <c:v>4.3584923696406221</c:v>
                </c:pt>
                <c:pt idx="399">
                  <c:v>1.6334945223991162</c:v>
                </c:pt>
                <c:pt idx="400">
                  <c:v>4.0235562607418291</c:v>
                </c:pt>
                <c:pt idx="401">
                  <c:v>0.77617935897527557</c:v>
                </c:pt>
                <c:pt idx="402">
                  <c:v>-3.2581891515592507</c:v>
                </c:pt>
                <c:pt idx="403">
                  <c:v>3.06532900202824</c:v>
                </c:pt>
                <c:pt idx="404">
                  <c:v>-8.1433101182741279</c:v>
                </c:pt>
                <c:pt idx="405">
                  <c:v>1.9004634487101499</c:v>
                </c:pt>
                <c:pt idx="406">
                  <c:v>1.7038304157884885</c:v>
                </c:pt>
                <c:pt idx="407">
                  <c:v>3.4804518420371928</c:v>
                </c:pt>
                <c:pt idx="408">
                  <c:v>3.526564910876671</c:v>
                </c:pt>
                <c:pt idx="409">
                  <c:v>-3.184311142169503</c:v>
                </c:pt>
                <c:pt idx="410">
                  <c:v>5.4111510611238627</c:v>
                </c:pt>
                <c:pt idx="411">
                  <c:v>-2.8095572847719836</c:v>
                </c:pt>
                <c:pt idx="412">
                  <c:v>0.56421232476644612</c:v>
                </c:pt>
                <c:pt idx="413">
                  <c:v>-6.7633477159957334</c:v>
                </c:pt>
                <c:pt idx="414">
                  <c:v>-5.5009372521784146</c:v>
                </c:pt>
                <c:pt idx="415">
                  <c:v>5.50154933121902</c:v>
                </c:pt>
                <c:pt idx="416">
                  <c:v>3.2809602018594397</c:v>
                </c:pt>
                <c:pt idx="417">
                  <c:v>4.1953192909444805</c:v>
                </c:pt>
                <c:pt idx="418">
                  <c:v>6.6020164893904862</c:v>
                </c:pt>
                <c:pt idx="419">
                  <c:v>-2.247955756775835</c:v>
                </c:pt>
                <c:pt idx="420">
                  <c:v>4.3773069718703566</c:v>
                </c:pt>
                <c:pt idx="421">
                  <c:v>2.1616982576714272</c:v>
                </c:pt>
                <c:pt idx="422">
                  <c:v>6.9251671718558692</c:v>
                </c:pt>
                <c:pt idx="423">
                  <c:v>7.3341940556500473</c:v>
                </c:pt>
                <c:pt idx="424">
                  <c:v>-4.5483389094330775</c:v>
                </c:pt>
                <c:pt idx="425">
                  <c:v>-0.5794007130909099</c:v>
                </c:pt>
                <c:pt idx="426">
                  <c:v>3.8825772485036167</c:v>
                </c:pt>
                <c:pt idx="427">
                  <c:v>4.6863247922160989</c:v>
                </c:pt>
                <c:pt idx="428">
                  <c:v>0.30133803410375082</c:v>
                </c:pt>
                <c:pt idx="429">
                  <c:v>-1.0023155333026941</c:v>
                </c:pt>
                <c:pt idx="430">
                  <c:v>8.777527515107165</c:v>
                </c:pt>
                <c:pt idx="431">
                  <c:v>-2.0432276567333679E-2</c:v>
                </c:pt>
                <c:pt idx="432">
                  <c:v>-0.44464029397021199</c:v>
                </c:pt>
                <c:pt idx="433">
                  <c:v>10.896441512311302</c:v>
                </c:pt>
                <c:pt idx="434">
                  <c:v>-9.1667373775995067</c:v>
                </c:pt>
                <c:pt idx="435">
                  <c:v>1.8673864667923485</c:v>
                </c:pt>
                <c:pt idx="436">
                  <c:v>-0.62303804153652198</c:v>
                </c:pt>
                <c:pt idx="437">
                  <c:v>-1.0460499560114853</c:v>
                </c:pt>
                <c:pt idx="438">
                  <c:v>-8.4337493138602042</c:v>
                </c:pt>
                <c:pt idx="439">
                  <c:v>6.119494808730507</c:v>
                </c:pt>
                <c:pt idx="440">
                  <c:v>2.1339401671025562</c:v>
                </c:pt>
                <c:pt idx="441">
                  <c:v>4.5568937476005322</c:v>
                </c:pt>
                <c:pt idx="442">
                  <c:v>4.9006168309012388</c:v>
                </c:pt>
                <c:pt idx="443">
                  <c:v>-0.99502943279726019</c:v>
                </c:pt>
                <c:pt idx="444">
                  <c:v>-0.7070787894627929</c:v>
                </c:pt>
                <c:pt idx="445">
                  <c:v>5.3714549683183606</c:v>
                </c:pt>
                <c:pt idx="446">
                  <c:v>-4.9811870380494954</c:v>
                </c:pt>
                <c:pt idx="447">
                  <c:v>5.1525543022667062</c:v>
                </c:pt>
                <c:pt idx="448">
                  <c:v>2.3804328691461216</c:v>
                </c:pt>
                <c:pt idx="449">
                  <c:v>-4.9564838553584059</c:v>
                </c:pt>
                <c:pt idx="450">
                  <c:v>-6.6595913815833914</c:v>
                </c:pt>
                <c:pt idx="451">
                  <c:v>-4.8440827323099258</c:v>
                </c:pt>
                <c:pt idx="452">
                  <c:v>-5.0682453246003147</c:v>
                </c:pt>
                <c:pt idx="453">
                  <c:v>-0.67592724027103879</c:v>
                </c:pt>
                <c:pt idx="454">
                  <c:v>3.837030662249155</c:v>
                </c:pt>
                <c:pt idx="455">
                  <c:v>-1.4159985640100652</c:v>
                </c:pt>
                <c:pt idx="456">
                  <c:v>5.8412367154727507</c:v>
                </c:pt>
                <c:pt idx="457">
                  <c:v>1.9024843220076728</c:v>
                </c:pt>
                <c:pt idx="458">
                  <c:v>4.918298756554317</c:v>
                </c:pt>
                <c:pt idx="459">
                  <c:v>2.3953575997176682</c:v>
                </c:pt>
                <c:pt idx="460">
                  <c:v>6.2446177238580773</c:v>
                </c:pt>
                <c:pt idx="461">
                  <c:v>1.5613897410174513</c:v>
                </c:pt>
                <c:pt idx="462">
                  <c:v>-7.8077537543547546</c:v>
                </c:pt>
                <c:pt idx="463">
                  <c:v>-0.91410071807996762</c:v>
                </c:pt>
                <c:pt idx="464">
                  <c:v>-6.3158435204597074</c:v>
                </c:pt>
                <c:pt idx="465">
                  <c:v>-3.4591238874204491</c:v>
                </c:pt>
                <c:pt idx="466">
                  <c:v>3.2916254007992691</c:v>
                </c:pt>
                <c:pt idx="467">
                  <c:v>6.7941045943813867</c:v>
                </c:pt>
                <c:pt idx="468">
                  <c:v>3.9404642316863905</c:v>
                </c:pt>
                <c:pt idx="469">
                  <c:v>4.7134318351882269</c:v>
                </c:pt>
                <c:pt idx="470">
                  <c:v>1.5430898725796529</c:v>
                </c:pt>
                <c:pt idx="471">
                  <c:v>10.218829397300805</c:v>
                </c:pt>
                <c:pt idx="472">
                  <c:v>-5.3879740258159101</c:v>
                </c:pt>
                <c:pt idx="473">
                  <c:v>5.7276006479721184</c:v>
                </c:pt>
                <c:pt idx="474">
                  <c:v>-0.53252213466241016</c:v>
                </c:pt>
                <c:pt idx="475">
                  <c:v>1.6222236197075488</c:v>
                </c:pt>
                <c:pt idx="476">
                  <c:v>0.29956000050094106</c:v>
                </c:pt>
                <c:pt idx="477">
                  <c:v>-4.4970621133265309</c:v>
                </c:pt>
                <c:pt idx="478">
                  <c:v>6.4357317498800581</c:v>
                </c:pt>
                <c:pt idx="479">
                  <c:v>4.494374662862171</c:v>
                </c:pt>
                <c:pt idx="480">
                  <c:v>-5.9234001721114362</c:v>
                </c:pt>
                <c:pt idx="481">
                  <c:v>-0.5105671680383882</c:v>
                </c:pt>
                <c:pt idx="482">
                  <c:v>2.0416234826138893</c:v>
                </c:pt>
              </c:numCache>
            </c:numRef>
          </c:yVal>
          <c:smooth val="0"/>
          <c:extLst xmlns:ns2="http://schemas.microsoft.com/office/drawing/2014/chart">
            <c:ext xmlns:c16="http://schemas.microsoft.com/office/drawing/2014/chart" uri="{C3380CC4-5D6E-409C-BE32-E72D297353CC}">
              <c16:uniqueId val="{00000001-8364-4F29-A3DA-A23872454911}"/>
            </c:ext>
          </c:extLst>
        </c:ser>
        <c:dLbls>
          <c:showLegendKey val="0"/>
          <c:showVal val="0"/>
          <c:showCatName val="0"/>
          <c:showSerName val="0"/>
          <c:showPercent val="0"/>
          <c:showBubbleSize val="0"/>
        </c:dLbls>
        <c:axId val="101"/>
        <c:axId val="102"/>
      </c:scatterChart>
      <c:valAx>
        <c:axId val="101"/>
        <c:scaling>
          <c:orientation val="minMax"/>
          <c:max val="20"/>
          <c:min val="-15"/>
        </c:scaling>
        <c:delete val="0"/>
        <c:axPos val="b"/>
        <c:title>
          <c:tx>
            <c:rich>
              <a:bodyPr/>
              <a:lstStyle/>
              <a:p>
                <a:pPr>
                  <a:defRPr sz="1400">
                    <a:solidFill>
                      <a:srgbClr val="536473"/>
                    </a:solidFill>
                    <a:latin typeface="Arial"/>
                  </a:defRPr>
                </a:pPr>
                <a:r>
                  <a:rPr lang="fr-FR" sz="1400">
                    <a:latin typeface="Arial"/>
                  </a:rPr>
                  <a:t>PCA 1</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2"/>
        <c:crosses val="min"/>
        <c:crossBetween val="midCat"/>
      </c:valAx>
      <c:valAx>
        <c:axId val="102"/>
        <c:scaling>
          <c:orientation val="minMax"/>
          <c:max val="20"/>
          <c:min val="-15"/>
        </c:scaling>
        <c:delete val="0"/>
        <c:axPos val="l"/>
        <c:title>
          <c:tx>
            <c:rich>
              <a:bodyPr/>
              <a:lstStyle/>
              <a:p>
                <a:pPr>
                  <a:defRPr sz="1400">
                    <a:solidFill>
                      <a:srgbClr val="536473"/>
                    </a:solidFill>
                    <a:latin typeface="Arial"/>
                  </a:defRPr>
                </a:pPr>
                <a:r>
                  <a:rPr lang="fr-FR" sz="1400">
                    <a:latin typeface="Arial"/>
                  </a:rPr>
                  <a:t>PCA 2</a:t>
                </a:r>
                <a:endParaRPr lang="fr-FR" sz="1400"/>
              </a:p>
            </c:rich>
          </c:tx>
          <c:overlay val="0"/>
        </c:title>
        <c:numFmt formatCode="0" sourceLinked="0"/>
        <c:majorTickMark val="out"/>
        <c:minorTickMark val="none"/>
        <c:tickLblPos val="nextTo"/>
        <c:spPr>
          <a:ln w="9525">
            <a:solidFill>
              <a:srgbClr val="CAD7DF"/>
            </a:solidFill>
          </a:ln>
        </c:spPr>
        <c:txPr>
          <a:bodyPr/>
          <a:lstStyle/>
          <a:p>
            <a:pPr>
              <a:defRPr sz="1200">
                <a:solidFill>
                  <a:srgbClr val="536473"/>
                </a:solidFill>
                <a:latin typeface="Arial"/>
              </a:defRPr>
            </a:pPr>
            <a:endParaRPr lang="fr-FR"/>
          </a:p>
        </c:txPr>
        <c:crossAx val="101"/>
        <c:crosses val="min"/>
        <c:crossBetween val="midCat"/>
      </c:valAx>
    </c:plotArea>
    <c:legend>
      <c:legendPos val="b"/>
      <c:overlay val="0"/>
      <c:txPr>
        <a:bodyPr/>
        <a:lstStyle/>
        <a:p>
          <a:pPr>
            <a:defRPr sz="1300">
              <a:solidFill>
                <a:srgbClr val="536473"/>
              </a:solidFill>
              <a:latin typeface="Arial"/>
            </a:defRPr>
          </a:pPr>
          <a:endParaRPr lang="fr-FR"/>
        </a:p>
      </c:txPr>
    </c:legend>
    <c:plotVisOnly val="1"/>
    <c:dispBlanksAs val="gap"/>
    <c:showDLblsOverMax val="0"/>
  </c:chart>
  <c:spPr>
    <a:solidFill>
      <a:srgbClr val="FFFFFF"/>
    </a:solidFill>
    <a:ln>
      <a:noFill/>
    </a:ln>
  </c:spPr>
  <c:txPr>
    <a:bodyPr/>
    <a:lstStyle/>
    <a:p>
      <a:pPr>
        <a:defRPr sz="1300">
          <a:solidFill>
            <a:srgbClr val="536473"/>
          </a:solidFill>
          <a:latin typeface="Arial"/>
        </a:defRPr>
      </a:pPr>
      <a:endParaRPr lang="fr-F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A68B2B-5F70-4113-9810-9B9DAA3FA51E}" type="datetimeFigureOut">
              <a:rPr lang="fr-FR" smtClean="0"/>
              <a:t>09/10/2026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978E8D-3C21-421A-BC98-2DD74BAB481E}" type="slidenum">
              <a:rPr lang="fr-FR" smtClean="0"/>
              <a:t>‹N°›</a:t>
            </a:fld>
            <a:endParaRPr lang="fr-FR"/>
          </a:p>
        </p:txBody>
      </p:sp>
    </p:spTree>
    <p:extLst>
      <p:ext uri="{BB962C8B-B14F-4D97-AF65-F5344CB8AC3E}">
        <p14:creationId xmlns:p14="http://schemas.microsoft.com/office/powerpoint/2010/main" val="2706085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a:t>
            </a:fld>
            <a:endParaRPr lang="fr-FR"/>
          </a:p>
        </p:txBody>
      </p:sp>
    </p:spTree>
    <p:extLst>
      <p:ext uri="{BB962C8B-B14F-4D97-AF65-F5344CB8AC3E}">
        <p14:creationId xmlns:p14="http://schemas.microsoft.com/office/powerpoint/2010/main" val="3215721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2</a:t>
            </a:fld>
            <a:endParaRPr lang="fr-FR"/>
          </a:p>
        </p:txBody>
      </p:sp>
    </p:spTree>
    <p:extLst>
      <p:ext uri="{BB962C8B-B14F-4D97-AF65-F5344CB8AC3E}">
        <p14:creationId xmlns:p14="http://schemas.microsoft.com/office/powerpoint/2010/main" val="3495023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3</a:t>
            </a:fld>
            <a:endParaRPr lang="fr-FR"/>
          </a:p>
        </p:txBody>
      </p:sp>
    </p:spTree>
    <p:extLst>
      <p:ext uri="{BB962C8B-B14F-4D97-AF65-F5344CB8AC3E}">
        <p14:creationId xmlns:p14="http://schemas.microsoft.com/office/powerpoint/2010/main" val="1432042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4</a:t>
            </a:fld>
            <a:endParaRPr lang="fr-FR"/>
          </a:p>
        </p:txBody>
      </p:sp>
    </p:spTree>
    <p:extLst>
      <p:ext uri="{BB962C8B-B14F-4D97-AF65-F5344CB8AC3E}">
        <p14:creationId xmlns:p14="http://schemas.microsoft.com/office/powerpoint/2010/main" val="42909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5</a:t>
            </a:fld>
            <a:endParaRPr lang="fr-FR"/>
          </a:p>
        </p:txBody>
      </p:sp>
    </p:spTree>
    <p:extLst>
      <p:ext uri="{BB962C8B-B14F-4D97-AF65-F5344CB8AC3E}">
        <p14:creationId xmlns:p14="http://schemas.microsoft.com/office/powerpoint/2010/main" val="2765269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6</a:t>
            </a:fld>
            <a:endParaRPr lang="fr-FR"/>
          </a:p>
        </p:txBody>
      </p:sp>
    </p:spTree>
    <p:extLst>
      <p:ext uri="{BB962C8B-B14F-4D97-AF65-F5344CB8AC3E}">
        <p14:creationId xmlns:p14="http://schemas.microsoft.com/office/powerpoint/2010/main" val="20191300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7</a:t>
            </a:fld>
            <a:endParaRPr lang="fr-FR"/>
          </a:p>
        </p:txBody>
      </p:sp>
    </p:spTree>
    <p:extLst>
      <p:ext uri="{BB962C8B-B14F-4D97-AF65-F5344CB8AC3E}">
        <p14:creationId xmlns:p14="http://schemas.microsoft.com/office/powerpoint/2010/main" val="25545163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8</a:t>
            </a:fld>
            <a:endParaRPr lang="fr-FR"/>
          </a:p>
        </p:txBody>
      </p:sp>
    </p:spTree>
    <p:extLst>
      <p:ext uri="{BB962C8B-B14F-4D97-AF65-F5344CB8AC3E}">
        <p14:creationId xmlns:p14="http://schemas.microsoft.com/office/powerpoint/2010/main" val="3600418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9</a:t>
            </a:fld>
            <a:endParaRPr lang="fr-FR"/>
          </a:p>
        </p:txBody>
      </p:sp>
    </p:spTree>
    <p:extLst>
      <p:ext uri="{BB962C8B-B14F-4D97-AF65-F5344CB8AC3E}">
        <p14:creationId xmlns:p14="http://schemas.microsoft.com/office/powerpoint/2010/main" val="14187700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B9D68-98E5-17A3-EE18-F728A26A0932}"/>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918BAB-D15A-3DBC-D5E7-2C6028F747F7}"/>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FA43FA4-8DED-A601-7888-39436BC04F53}"/>
              </a:ext>
            </a:extLst>
          </p:cNvPr>
          <p:cNvSpPr>
            <a:spLocks noGrp="1"/>
          </p:cNvSpPr>
          <p:nvPr>
            <p:ph type="body" idx="1"/>
          </p:nvPr>
        </p:nvSpPr>
        <p:spPr/>
        <p:txBody>
          <a:bodyPr/>
          <a:lstStyle/>
          <a:p>
            <a:r>
              <a:rPr lang="fr-FR"/>
              <a:t>Le PC i9 constitue la base réelle de comparaison. Les 24 cœurs AWS sont tous des cœurs Xeon, tandis que le i9 combine 8 cœurs Performance et 16 Efficient. Le nombre de vCPU AWS est un nombre de threads et ne doit pas être confondu avec les cœurs physiques. Une c7i.8xlarge aurait 32 vCPU mais seulement 16 cœurs physiques. Le choix c7i.12xlarge conserve 24 cœurs physiques pour établir le devis, sans prétendre que ce critère suffit à prouver une puissance identique. La fréquence du i9 (jusqu'à 6 GHz sur les conditions Intel de turbo) et le turbo tous cœurs du Xeon (3.2 GHz) ne sont pas directement comparables, et aucun rapport de vitesse n'en est déduit.
Sources officielles consultées le 09/10/2026 :
https://www.intel.com/content/www/us/en/products/sku/236773/intel-core-i9-processor-14900k-36m-cache-up-to-6-00-ghz/specifications.html
https://docs.aws.amazon.com/ec2/latest/instancetypes/co.html
https://aws.amazon.com/ec2/instance-types/c7i/
https://pricing.us-east-1.amazonaws.com/offers/v1.0/aws/AmazonEC2/current/eu-west-3/index.csv
https://pricing.us-east-1.amazonaws.com/offers/v1.0/aws/AmazonS3/current/eu-west-3/index.json
https://aws.amazon.com/vpc/pricing/
https://aws.amazon.com/ebs/pricing/
https://aws.amazon.com/s3/pricing/
https://www.ecb.europa.eu/stats/policy_and_exchange_rates/euro_reference_exchange_rates/html/eurofxref-graph-usd.en.html
Prix On-Demand Linux, tenancy Shared, aucun logiciel payant préinstallé, capacité Used, Paris eu-west-3. Catalogue EC2 publié le 08/10/2026, version 20261008184850, effectif 01/10/2026. c7i.12xlarge : SKU RKFRM5JW99YQMR8K, 2.5452 USD/h, 48 vCPU, 96 GiB. IPv4 publique : 0.005 USD/h, libérée pendant les arrêts. Total machine + IP : 2.5502 USD/h. Même conversion datée que le support source, BCE 08/10/2026 : 1 EUR=1.1186 USD, soit 2.279814053280887 EUR/h, affiché 2.2798 EUR/h. Ce taux historique, vérifié dans la table BCE, reste volontairement fixe pour conserver les lignes de stockage du support. Le taux du 09/10/2026 est 1.1206, mais n'est pas utilisé dans ce devis. Prix HT, taux bancaire réel non garanti, aucune remise ni crédit gratuit.
EBS gp3 Paris : 0.0928 USD/GiB-mois, 50 GiB = 4.148042195601645 EUR/mois. S3 Standard Paris : 0.024 USD/GiB-mois. PUT 0.0053 USD/1000, GET 0.00042 USD/1000. Une seule copie des fichiers, un envoi et une lecture par image. Même région EC2/S3, sans NAT Gateway, aucun téléchargement complet vers Internet. Pas de sauvegarde, réplication, annotation humaine ou support payant chiffré. Poids et CSV sur le disque de travail. Les volumes supplémentaires doivent être ajoutés au devis réel.
La c7i.12xlarge est un candidat de dimensionnement CPU prudent, pas un équivalent de puissance démontré. i9-14900K : 24 cœurs physiques hybrides (8 Performance et 16 Efficient), 32 threads matériels. c7i.12xlarge : 24 cœurs Xeon Sapphire Rapids homogènes, 48 threads logiques/vCPU, deux threads par cœur, 96 GiB. La référence i9 utilise 24 threads PyTorch pour l'exécution mesurée. Choix : conserver au moins 24 cœurs physiques côté AWS, architecture x86 Intel compatible, CPU soutenu de la gamme C7i standard. Ce n'est pas une instance Flex à performance de base partielle. Les 96 GiB sont liés à la taille CPU de l'instance, pas un minimum RAM exigé par le notebook. L'égalité du nombre de cœurs, du nombre de threads ou d'une fréquence ne démontre pas une égalité de débit. Aucun benchmark public trouvé ne compare exactement ce notebook FP32 ResNet18, lecture JPEG, égalisation, ImageNet et lots de 16 sur le i9 et cette VM. Aucun benchmark cloud n'a été effectué.
Temps source conservé : 1000 images en 7.4 s affichées, mesure locale non arrondie 7.3758490000036545 s, 4 M extrapolées en 8.19538777778184 h. Scénario chiffré : 8.2 heures de VM AWS pour 4 M, conditionné au maintien du débit local. Ce n'est pas une prédiction vérifiée de la durée AWS. Mesurer la même chaîne de bout en bout et les mêmes réglages (24 threads PyTorch, lots de 16, images identiques, prétraitement égalisé, ResNet18 supervisé déjà entraîné). Séparer la lecture des fichiers/S3 et le calcul si le débit baisse. Répéter sur un lot plus grand pour vérifier les effets de cache et inclure préparation, transferts, démarrages et chargement des poids dans la durée facturable.
Coût de prédiction paramétrable : coût fixe de stockage/requêtes/disque + durée AWS réelle * 2.279814053280887 EUR/h. Les 30 h de prototypage représentent une provision de VM active pendant le travail et les essais, pas le temps d'un seul entraînement. Les budgets de la mission sont 300 EUR pour la labellisation IA du prototype et 5000 EUR pour 4 M. Leur périmètre exact tests/stockage est à confirmer avec Clara. Les dépenses décrites incluent les tests dans les 30 h, et les postes de stockage affichés. Rémunération et contrôle humain exclus. Le budget ne vaut pas garantie de qualité.
Mémoire : les 3,2 Gio représentent le maximum observé pour le processus Python, pas toute la mémoire de la machine et de son système d'exploitation. Les 96 Gio sont inclus dans le prix EC2 et liés à la configuration CPU. Le traitement progressif par lots doit conserver une consommation bornée. Le pic réel sur AWS doit être mesuré. Affichage du tarif arrondi à 2,28 EUR/h. Tous les calculs conservent le tarif exact 2,279814053280887 EUR/h.</a:t>
            </a:r>
            <a:endParaRPr lang="fr-FR" dirty="0"/>
          </a:p>
        </p:txBody>
      </p:sp>
      <p:sp>
        <p:nvSpPr>
          <p:cNvPr id="4" name="Espace réservé du numéro de diapositive 3">
            <a:extLst>
              <a:ext uri="{FF2B5EF4-FFF2-40B4-BE49-F238E27FC236}">
                <a16:creationId xmlns:a16="http://schemas.microsoft.com/office/drawing/2014/main" id="{D9602ECC-1BCA-A238-80C5-1D1BC9F9E87C}"/>
              </a:ext>
            </a:extLst>
          </p:cNvPr>
          <p:cNvSpPr>
            <a:spLocks noGrp="1"/>
          </p:cNvSpPr>
          <p:nvPr>
            <p:ph type="sldNum" sz="quarter" idx="5"/>
          </p:nvPr>
        </p:nvSpPr>
        <p:spPr/>
        <p:txBody>
          <a:bodyPr/>
          <a:lstStyle/>
          <a:p>
            <a:fld id="{D2978E8D-3C21-421A-BC98-2DD74BAB481E}" type="slidenum">
              <a:rPr lang="fr-FR" smtClean="0"/>
              <a:t>10</a:t>
            </a:fld>
            <a:endParaRPr lang="fr-FR"/>
          </a:p>
        </p:txBody>
      </p:sp>
    </p:spTree>
    <p:extLst>
      <p:ext uri="{BB962C8B-B14F-4D97-AF65-F5344CB8AC3E}">
        <p14:creationId xmlns:p14="http://schemas.microsoft.com/office/powerpoint/2010/main" val="38648820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11</a:t>
            </a:fld>
            <a:endParaRPr lang="fr-FR"/>
          </a:p>
        </p:txBody>
      </p:sp>
    </p:spTree>
    <p:extLst>
      <p:ext uri="{BB962C8B-B14F-4D97-AF65-F5344CB8AC3E}">
        <p14:creationId xmlns:p14="http://schemas.microsoft.com/office/powerpoint/2010/main" val="34205902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12</a:t>
            </a:fld>
            <a:endParaRPr lang="fr-FR"/>
          </a:p>
        </p:txBody>
      </p:sp>
    </p:spTree>
    <p:extLst>
      <p:ext uri="{BB962C8B-B14F-4D97-AF65-F5344CB8AC3E}">
        <p14:creationId xmlns:p14="http://schemas.microsoft.com/office/powerpoint/2010/main" val="33009018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D2978E8D-3C21-421A-BC98-2DD74BAB481E}" type="slidenum">
              <a:rPr lang="fr-FR" smtClean="0"/>
              <a:t>13</a:t>
            </a:fld>
            <a:endParaRPr lang="fr-FR"/>
          </a:p>
        </p:txBody>
      </p:sp>
    </p:spTree>
    <p:extLst>
      <p:ext uri="{BB962C8B-B14F-4D97-AF65-F5344CB8AC3E}">
        <p14:creationId xmlns:p14="http://schemas.microsoft.com/office/powerpoint/2010/main" val="33218996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15ECB9E-6735-726B-756E-AA9EDBC4FE2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8346F36-AE00-B64B-2F4D-41738E0E2F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22D23CCF-F657-F9CF-4AE8-E6695CA81F5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32E1A98C-2370-A689-473A-B08BAEF59AF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43FB84D-3DFB-6060-C0FE-141F5A159BB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0553313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5AEA9BC-CF38-C137-686A-F572988B115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1D98FE3-2472-D5BA-23F6-AD18E4355C5E}"/>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DC2922F-B517-ED10-DC17-21297CBDB0B3}"/>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11AAEC5-21F5-E06A-EDE8-4E6BA2044AD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1C9EB09-AFA8-96FA-F4A2-60464ABB3274}"/>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3496755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0977C2-3698-56A9-ECA3-D60D238BCA4D}"/>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1A3CB19-C09B-E758-DC7E-B374F6CA939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695AD8B-5546-410F-36CF-711C033B0AA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FE8D4ADC-D334-9D77-4B55-E732EC3EF43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89E3575-896E-8BF6-24A6-2D376E598B86}"/>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5668983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00E98-58AC-C4F1-8537-05F1725F6BB4}"/>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5F77724-2C44-CDBA-0268-0AC12E542E85}"/>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148F0DF0-5682-386E-CADA-33B9558C8D7D}"/>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191C7DAD-E4F4-E72B-9FBB-0165A26B758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BA789FB4-28B2-B78F-EB35-C65037342013}"/>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196665CE-4FD1-895E-6CDA-6D26FE2DC0AC}"/>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350590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24E155F-546D-5698-A28F-AAD12E1BEBF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C4AB7D1F-AA3D-FE78-A42A-5E25F5BB25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6DB2C1C0-4BE7-B79E-71D7-61D025B9283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CA82975-74EE-67C8-1124-C85BB2AB6F2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8FF3E7A-8C28-A5F9-27A7-1E2FF1FDD6AA}"/>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E9AA8716-B6C1-B989-F16C-59CED6AB07BC}"/>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8" name="Espace réservé du pied de page 7">
            <a:extLst>
              <a:ext uri="{FF2B5EF4-FFF2-40B4-BE49-F238E27FC236}">
                <a16:creationId xmlns:a16="http://schemas.microsoft.com/office/drawing/2014/main" id="{2906E31A-0AB6-4862-72AB-B4DF428708E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CC7A120A-E6F5-3DCA-F7D4-58C86B8BC1E7}"/>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6678702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CB019AF-D1C7-38D3-C208-34745A56D7E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FAD1645-93EC-EAD4-4B5F-94C65271BD49}"/>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4" name="Espace réservé du pied de page 3">
            <a:extLst>
              <a:ext uri="{FF2B5EF4-FFF2-40B4-BE49-F238E27FC236}">
                <a16:creationId xmlns:a16="http://schemas.microsoft.com/office/drawing/2014/main" id="{2904EF14-5CE4-922F-DA85-C7616C7A1F2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EAF9396-1B7A-E42B-79FD-5DDEDA39EE2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04033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BB71983-A274-24AB-700C-6E7AD162EF5D}"/>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3" name="Espace réservé du pied de page 2">
            <a:extLst>
              <a:ext uri="{FF2B5EF4-FFF2-40B4-BE49-F238E27FC236}">
                <a16:creationId xmlns:a16="http://schemas.microsoft.com/office/drawing/2014/main" id="{A56EBBB8-04F3-C1B1-CCCC-701B7681E09E}"/>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C7EE7CC4-20EC-259D-8761-57E88CDDE01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8510043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E4041A-2B66-A050-ED1C-5B5FC12C19E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068999F-D125-AAB5-7E95-A673033AC6A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BEA134FC-BCBB-427D-C351-BD9E41FF9E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2ED7C1C-7AB4-036E-D239-4D107EA67F11}"/>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82FC663D-45D2-6D01-5F31-5E76DB256046}"/>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308D438-FA6F-24B0-89C1-1B2A0B173BB8}"/>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23487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7DDB3C-E5BC-FAB7-5A6F-8A1B226710F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37732974-6D26-57C7-5F2B-93420A2B890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EF6713A9-6024-21C9-31B9-ED06CAEFD1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DB83F909-3DC7-08F4-8558-943C7105866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6" name="Espace réservé du pied de page 5">
            <a:extLst>
              <a:ext uri="{FF2B5EF4-FFF2-40B4-BE49-F238E27FC236}">
                <a16:creationId xmlns:a16="http://schemas.microsoft.com/office/drawing/2014/main" id="{17DC5F23-8B04-ECDA-CCB7-E909F2F46AC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F9282D8-469B-6331-A442-9D3131EBE739}"/>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423667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55BE8E-82F4-E534-56FF-E39EA28499B6}"/>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3741BF0D-3E79-E41E-E611-C57A3EF66BB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7829FD90-F9FE-705F-FCFD-0C09960A61E8}"/>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E195A170-1340-AC27-2734-557D769B705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9A17862-AA67-6E07-AAFC-63F2226370A3}"/>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2113252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EBB96F8-85CF-0D18-9DFC-206C3F2BAD3F}"/>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D5BE8983-AA87-45F4-24B5-14C9D0C2FBC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03E65C0B-4FC9-D529-E1FB-258771A2E5B7}"/>
              </a:ext>
            </a:extLst>
          </p:cNvPr>
          <p:cNvSpPr>
            <a:spLocks noGrp="1"/>
          </p:cNvSpPr>
          <p:nvPr>
            <p:ph type="dt" sz="half" idx="10"/>
          </p:nvPr>
        </p:nvSpPr>
        <p:spPr/>
        <p:txBody>
          <a:body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60749D4D-079C-62EF-E2C1-516FD1A6735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A5FB6A1-4C2B-7ACC-F496-1AEF82794015}"/>
              </a:ext>
            </a:extLst>
          </p:cNvPr>
          <p:cNvSpPr>
            <a:spLocks noGrp="1"/>
          </p:cNvSpPr>
          <p:nvPr>
            <p:ph type="sldNum" sz="quarter" idx="12"/>
          </p:nvPr>
        </p:nvSpPr>
        <p:spPr/>
        <p:txBody>
          <a:bodyPr/>
          <a:lstStyle/>
          <a:p>
            <a:fld id="{7573B53F-FF3E-4E03-B002-5A5FAB8E4AE2}" type="slidenum">
              <a:rPr lang="fr-FR" smtClean="0"/>
              <a:t>‹N°›</a:t>
            </a:fld>
            <a:endParaRPr lang="fr-FR"/>
          </a:p>
        </p:txBody>
      </p:sp>
    </p:spTree>
    <p:extLst>
      <p:ext uri="{BB962C8B-B14F-4D97-AF65-F5344CB8AC3E}">
        <p14:creationId xmlns:p14="http://schemas.microsoft.com/office/powerpoint/2010/main" val="12838979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2ED8480-3640-B814-A555-270B0D18CB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11D0440D-BFA9-7D97-81E9-23627F0CBC4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3031A02-22C6-6FA9-DCE1-5A740509FD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688A0B3-F8E5-4028-8F78-AD1068B82EBB}" type="datetimeFigureOut">
              <a:rPr lang="fr-FR" smtClean="0"/>
              <a:t>09/10/2026</a:t>
            </a:fld>
            <a:endParaRPr lang="fr-FR"/>
          </a:p>
        </p:txBody>
      </p:sp>
      <p:sp>
        <p:nvSpPr>
          <p:cNvPr id="5" name="Espace réservé du pied de page 4">
            <a:extLst>
              <a:ext uri="{FF2B5EF4-FFF2-40B4-BE49-F238E27FC236}">
                <a16:creationId xmlns:a16="http://schemas.microsoft.com/office/drawing/2014/main" id="{C8F17A5C-0FD3-40A0-CFA6-EE86AC3C6B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1B22D5D-0178-DEBC-6E97-9305E8EBBF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73B53F-FF3E-4E03-B002-5A5FAB8E4AE2}" type="slidenum">
              <a:rPr lang="fr-FR" smtClean="0"/>
              <a:t>‹N°›</a:t>
            </a:fld>
            <a:endParaRPr lang="fr-FR"/>
          </a:p>
        </p:txBody>
      </p:sp>
    </p:spTree>
    <p:extLst>
      <p:ext uri="{BB962C8B-B14F-4D97-AF65-F5344CB8AC3E}">
        <p14:creationId xmlns:p14="http://schemas.microsoft.com/office/powerpoint/2010/main" val="1988556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FC9C6137-AC5D-36D8-4436-BDBED54CAAD4}"/>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a:t>
            </a:r>
          </a:p>
        </p:txBody>
      </p:sp>
      <p:sp>
        <p:nvSpPr>
          <p:cNvPr id="3" name="ZoneTexte 2">
            <a:extLst>
              <a:ext uri="{FF2B5EF4-FFF2-40B4-BE49-F238E27FC236}">
                <a16:creationId xmlns:a16="http://schemas.microsoft.com/office/drawing/2014/main" id="{51864429-D1DC-856E-C554-4A41BB14207B}"/>
              </a:ext>
            </a:extLst>
          </p:cNvPr>
          <p:cNvSpPr txBox="1"/>
          <p:nvPr/>
        </p:nvSpPr>
        <p:spPr>
          <a:xfrm>
            <a:off x="609600" y="736599"/>
            <a:ext cx="6985000" cy="939800"/>
          </a:xfrm>
          <a:prstGeom prst="rect">
            <a:avLst/>
          </a:prstGeom>
          <a:noFill/>
        </p:spPr>
        <p:txBody>
          <a:bodyPr vert="horz" wrap="square" lIns="0" tIns="0" rIns="0" bIns="0" rtlCol="0">
            <a:noAutofit/>
          </a:bodyPr>
          <a:lstStyle/>
          <a:p>
            <a:r>
              <a:rPr lang="fr-FR" sz="5200" b="1" dirty="0" err="1">
                <a:solidFill>
                  <a:srgbClr val="172F43"/>
                </a:solidFill>
                <a:latin typeface="Arial" panose="020B0604020202020204" pitchFamily="34" charset="0"/>
              </a:rPr>
              <a:t>BrainScanAI</a:t>
            </a:r>
            <a:endParaRPr lang="fr-FR" sz="5200" b="1" dirty="0">
              <a:solidFill>
                <a:srgbClr val="172F43"/>
              </a:solidFill>
              <a:latin typeface="Arial" panose="020B0604020202020204" pitchFamily="34" charset="0"/>
            </a:endParaRPr>
          </a:p>
        </p:txBody>
      </p:sp>
      <p:sp>
        <p:nvSpPr>
          <p:cNvPr id="4" name="ZoneTexte 3">
            <a:extLst>
              <a:ext uri="{FF2B5EF4-FFF2-40B4-BE49-F238E27FC236}">
                <a16:creationId xmlns:a16="http://schemas.microsoft.com/office/drawing/2014/main" id="{6FBE5473-56F9-7D47-CBC5-D21439947AB1}"/>
              </a:ext>
            </a:extLst>
          </p:cNvPr>
          <p:cNvSpPr txBox="1"/>
          <p:nvPr/>
        </p:nvSpPr>
        <p:spPr>
          <a:xfrm>
            <a:off x="609600" y="1904999"/>
            <a:ext cx="7112000" cy="1270000"/>
          </a:xfrm>
          <a:prstGeom prst="rect">
            <a:avLst/>
          </a:prstGeom>
          <a:noFill/>
        </p:spPr>
        <p:txBody>
          <a:bodyPr vert="horz" wrap="square" lIns="0" tIns="0" rIns="0" bIns="0" rtlCol="0">
            <a:noAutofit/>
          </a:bodyPr>
          <a:lstStyle/>
          <a:p>
            <a:r>
              <a:rPr lang="fr-FR" sz="2700" dirty="0">
                <a:solidFill>
                  <a:srgbClr val="172F43"/>
                </a:solidFill>
                <a:latin typeface="Arial" panose="020B0604020202020204" pitchFamily="34" charset="0"/>
              </a:rPr>
              <a:t>Apprentissage semi-supervisé</a:t>
            </a:r>
          </a:p>
        </p:txBody>
      </p:sp>
      <p:sp>
        <p:nvSpPr>
          <p:cNvPr id="5" name="ZoneTexte 4">
            <a:extLst>
              <a:ext uri="{FF2B5EF4-FFF2-40B4-BE49-F238E27FC236}">
                <a16:creationId xmlns:a16="http://schemas.microsoft.com/office/drawing/2014/main" id="{5DC7C600-9449-E301-5801-38CFD4A76502}"/>
              </a:ext>
            </a:extLst>
          </p:cNvPr>
          <p:cNvSpPr txBox="1"/>
          <p:nvPr/>
        </p:nvSpPr>
        <p:spPr>
          <a:xfrm>
            <a:off x="609600" y="3454399"/>
            <a:ext cx="6985000" cy="381000"/>
          </a:xfrm>
          <a:prstGeom prst="rect">
            <a:avLst/>
          </a:prstGeom>
          <a:noFill/>
        </p:spPr>
        <p:txBody>
          <a:bodyPr vert="horz" wrap="square" lIns="0" tIns="0" rIns="0" bIns="0" rtlCol="0">
            <a:noAutofit/>
          </a:bodyPr>
          <a:lstStyle/>
          <a:p>
            <a:r>
              <a:rPr lang="fr-FR" dirty="0" err="1">
                <a:solidFill>
                  <a:srgbClr val="536473"/>
                </a:solidFill>
                <a:latin typeface="Arial" panose="020B0604020202020204" pitchFamily="34" charset="0"/>
              </a:rPr>
              <a:t>CurelyticsIA</a:t>
            </a:r>
            <a:r>
              <a:rPr lang="fr-FR" dirty="0">
                <a:solidFill>
                  <a:srgbClr val="536473"/>
                </a:solidFill>
                <a:latin typeface="Arial" panose="020B0604020202020204" pitchFamily="34" charset="0"/>
              </a:rPr>
              <a:t>, première phase de recherche</a:t>
            </a:r>
          </a:p>
        </p:txBody>
      </p:sp>
      <p:sp>
        <p:nvSpPr>
          <p:cNvPr id="6" name="ZoneTexte 5">
            <a:extLst>
              <a:ext uri="{FF2B5EF4-FFF2-40B4-BE49-F238E27FC236}">
                <a16:creationId xmlns:a16="http://schemas.microsoft.com/office/drawing/2014/main" id="{39707890-1109-F083-7B0D-88D586FC6033}"/>
              </a:ext>
            </a:extLst>
          </p:cNvPr>
          <p:cNvSpPr txBox="1"/>
          <p:nvPr/>
        </p:nvSpPr>
        <p:spPr>
          <a:xfrm>
            <a:off x="609600" y="4178299"/>
            <a:ext cx="7035800" cy="12065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Objectif (</a:t>
            </a:r>
            <a:r>
              <a:rPr lang="fr-FR" dirty="0" err="1">
                <a:solidFill>
                  <a:srgbClr val="172F43"/>
                </a:solidFill>
                <a:latin typeface="Arial" panose="020B0604020202020204" pitchFamily="34" charset="0"/>
              </a:rPr>
              <a:t>definition</a:t>
            </a:r>
            <a:r>
              <a:rPr lang="fr-FR" dirty="0">
                <a:solidFill>
                  <a:srgbClr val="172F43"/>
                </a:solidFill>
                <a:latin typeface="Arial" panose="020B0604020202020204" pitchFamily="34" charset="0"/>
              </a:rPr>
              <a:t> of </a:t>
            </a:r>
            <a:r>
              <a:rPr lang="fr-FR" dirty="0" err="1">
                <a:solidFill>
                  <a:srgbClr val="172F43"/>
                </a:solidFill>
                <a:latin typeface="Arial" panose="020B0604020202020204" pitchFamily="34" charset="0"/>
              </a:rPr>
              <a:t>done</a:t>
            </a:r>
            <a:r>
              <a:rPr lang="fr-FR" dirty="0">
                <a:solidFill>
                  <a:srgbClr val="172F43"/>
                </a:solidFill>
                <a:latin typeface="Arial" panose="020B0604020202020204" pitchFamily="34" charset="0"/>
              </a:rPr>
              <a:t>): </a:t>
            </a:r>
          </a:p>
          <a:p>
            <a:pPr marL="342900" indent="-342900">
              <a:buFontTx/>
              <a:buChar char="-"/>
            </a:pPr>
            <a:r>
              <a:rPr lang="fr-FR" dirty="0">
                <a:solidFill>
                  <a:srgbClr val="172F43"/>
                </a:solidFill>
                <a:latin typeface="Arial" panose="020B0604020202020204" pitchFamily="34" charset="0"/>
              </a:rPr>
              <a:t>Avoir un notebook reproductible </a:t>
            </a:r>
          </a:p>
          <a:p>
            <a:pPr marL="342900" indent="-342900">
              <a:buFontTx/>
              <a:buChar char="-"/>
            </a:pPr>
            <a:r>
              <a:rPr lang="fr-FR" dirty="0">
                <a:solidFill>
                  <a:srgbClr val="172F43"/>
                </a:solidFill>
                <a:latin typeface="Arial" panose="020B0604020202020204" pitchFamily="34" charset="0"/>
              </a:rPr>
              <a:t>Comparer différentes approches (supervisées, semi-supervisées) et choisir la meilleure</a:t>
            </a:r>
          </a:p>
          <a:p>
            <a:pPr marL="342900" indent="-342900">
              <a:buFontTx/>
              <a:buChar char="-"/>
            </a:pPr>
            <a:r>
              <a:rPr lang="fr-FR" dirty="0">
                <a:solidFill>
                  <a:srgbClr val="172F43"/>
                </a:solidFill>
                <a:latin typeface="Arial" panose="020B0604020202020204" pitchFamily="34" charset="0"/>
              </a:rPr>
              <a:t>Définir les conditions du passage à l’échelle de 4M d’images à labeliser en respectant le budget de 5000€</a:t>
            </a:r>
          </a:p>
        </p:txBody>
      </p:sp>
      <p:pic>
        <p:nvPicPr>
          <p:cNvPr id="8" name="Image 7">
            <a:extLst>
              <a:ext uri="{FF2B5EF4-FFF2-40B4-BE49-F238E27FC236}">
                <a16:creationId xmlns:a16="http://schemas.microsoft.com/office/drawing/2014/main" id="{532EC1A3-1848-6D06-B878-1D223666ED5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255000" y="1333500"/>
            <a:ext cx="3327400" cy="3327400"/>
          </a:xfrm>
          <a:prstGeom prst="rect">
            <a:avLst/>
          </a:prstGeom>
        </p:spPr>
      </p:pic>
      <p:sp>
        <p:nvSpPr>
          <p:cNvPr id="9" name="ZoneTexte 8">
            <a:extLst>
              <a:ext uri="{FF2B5EF4-FFF2-40B4-BE49-F238E27FC236}">
                <a16:creationId xmlns:a16="http://schemas.microsoft.com/office/drawing/2014/main" id="{E4C3926C-5522-9790-3C79-3D210E0B33B8}"/>
              </a:ext>
            </a:extLst>
          </p:cNvPr>
          <p:cNvSpPr txBox="1"/>
          <p:nvPr/>
        </p:nvSpPr>
        <p:spPr>
          <a:xfrm>
            <a:off x="8255000" y="4825999"/>
            <a:ext cx="3327400" cy="4064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Exemple du dossier sans label</a:t>
            </a:r>
          </a:p>
        </p:txBody>
      </p:sp>
      <p:sp>
        <p:nvSpPr>
          <p:cNvPr id="10" name="ZoneTexte 9">
            <a:extLst>
              <a:ext uri="{FF2B5EF4-FFF2-40B4-BE49-F238E27FC236}">
                <a16:creationId xmlns:a16="http://schemas.microsoft.com/office/drawing/2014/main" id="{CA7C3319-283A-DF32-07B0-E3C0829B4353}"/>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Synthèse du notebook et de la fiche d'auto-évaluation</a:t>
            </a:r>
          </a:p>
        </p:txBody>
      </p:sp>
    </p:spTree>
    <p:extLst>
      <p:ext uri="{BB962C8B-B14F-4D97-AF65-F5344CB8AC3E}">
        <p14:creationId xmlns:p14="http://schemas.microsoft.com/office/powerpoint/2010/main" val="2015715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04C1EE4-B0B4-E198-4916-00FDCB84436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Données disponibles et nettoyage</a:t>
            </a:r>
          </a:p>
        </p:txBody>
      </p:sp>
      <p:cxnSp>
        <p:nvCxnSpPr>
          <p:cNvPr id="3" name="Connecteur droit 2">
            <a:extLst>
              <a:ext uri="{FF2B5EF4-FFF2-40B4-BE49-F238E27FC236}">
                <a16:creationId xmlns:a16="http://schemas.microsoft.com/office/drawing/2014/main" id="{08BE9FC5-5D41-1B34-E549-09D54E601D0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C6689964-ADA8-2664-9CEC-DCED3819867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2</a:t>
            </a:r>
          </a:p>
        </p:txBody>
      </p:sp>
      <p:sp>
        <p:nvSpPr>
          <p:cNvPr id="5" name="ZoneTexte 4">
            <a:extLst>
              <a:ext uri="{FF2B5EF4-FFF2-40B4-BE49-F238E27FC236}">
                <a16:creationId xmlns:a16="http://schemas.microsoft.com/office/drawing/2014/main" id="{7A873E5F-9239-9FEF-037F-0414EFC88EEF}"/>
              </a:ext>
            </a:extLst>
          </p:cNvPr>
          <p:cNvSpPr txBox="1"/>
          <p:nvPr/>
        </p:nvSpPr>
        <p:spPr>
          <a:xfrm>
            <a:off x="609600" y="1752599"/>
            <a:ext cx="7239000" cy="431800"/>
          </a:xfrm>
          <a:prstGeom prst="rect">
            <a:avLst/>
          </a:prstGeom>
          <a:noFill/>
        </p:spPr>
        <p:txBody>
          <a:bodyPr vert="horz" wrap="square" lIns="0" tIns="0" rIns="0" bIns="0" rtlCol="0">
            <a:noAutofit/>
          </a:bodyPr>
          <a:lstStyle/>
          <a:p>
            <a:r>
              <a:rPr lang="fr-FR" sz="2500" b="1" dirty="0">
                <a:solidFill>
                  <a:srgbClr val="172F43"/>
                </a:solidFill>
                <a:latin typeface="Arial" panose="020B0604020202020204" pitchFamily="34" charset="0"/>
              </a:rPr>
              <a:t>1 506 fichiers JPEG recensés</a:t>
            </a:r>
          </a:p>
        </p:txBody>
      </p:sp>
      <p:graphicFrame>
        <p:nvGraphicFramePr>
          <p:cNvPr id="6" name="Tableau 5">
            <a:extLst>
              <a:ext uri="{FF2B5EF4-FFF2-40B4-BE49-F238E27FC236}">
                <a16:creationId xmlns:a16="http://schemas.microsoft.com/office/drawing/2014/main" id="{45E27260-D41E-B329-D6FE-F87F464865EB}"/>
              </a:ext>
            </a:extLst>
          </p:cNvPr>
          <p:cNvGraphicFramePr>
            <a:graphicFrameLocks noGrp="1"/>
          </p:cNvGraphicFramePr>
          <p:nvPr>
            <p:extLst>
              <p:ext uri="{D42A27DB-BD31-4B8C-83A1-F6EECF244321}">
                <p14:modId xmlns:p14="http://schemas.microsoft.com/office/powerpoint/2010/main" val="1116822830"/>
              </p:ext>
            </p:extLst>
          </p:nvPr>
        </p:nvGraphicFramePr>
        <p:xfrm>
          <a:off x="609600" y="2362200"/>
          <a:ext cx="7048500" cy="234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4239948737"/>
                    </a:ext>
                  </a:extLst>
                </a:gridCol>
                <a:gridCol w="1587500">
                  <a:extLst>
                    <a:ext uri="{9D8B030D-6E8A-4147-A177-3AD203B41FA5}">
                      <a16:colId xmlns:a16="http://schemas.microsoft.com/office/drawing/2014/main" val="288871045"/>
                    </a:ext>
                  </a:extLst>
                </a:gridCol>
                <a:gridCol w="2349500">
                  <a:extLst>
                    <a:ext uri="{9D8B030D-6E8A-4147-A177-3AD203B41FA5}">
                      <a16:colId xmlns:a16="http://schemas.microsoft.com/office/drawing/2014/main" val="2156238804"/>
                    </a:ext>
                  </a:extLst>
                </a:gridCol>
              </a:tblGrid>
              <a:tr h="469900">
                <a:tc>
                  <a:txBody>
                    <a:bodyPr/>
                    <a:lstStyle/>
                    <a:p>
                      <a:pPr algn="l"/>
                      <a:r>
                        <a:rPr lang="fr-FR" sz="1800" b="1" dirty="0">
                          <a:solidFill>
                            <a:srgbClr val="FFFFFF"/>
                          </a:solidFill>
                          <a:latin typeface="Arial" panose="020B0604020202020204" pitchFamily="34" charset="0"/>
                        </a:rPr>
                        <a:t>Ensemble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Avant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Après filtrage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326208498"/>
                  </a:ext>
                </a:extLst>
              </a:tr>
              <a:tr h="469900">
                <a:tc>
                  <a:txBody>
                    <a:bodyPr/>
                    <a:lstStyle/>
                    <a:p>
                      <a:pPr algn="l"/>
                      <a:r>
                        <a:rPr lang="fr-FR" sz="1800" b="0" dirty="0">
                          <a:solidFill>
                            <a:srgbClr val="172F43"/>
                          </a:solidFill>
                          <a:latin typeface="Arial" panose="020B0604020202020204" pitchFamily="34" charset="0"/>
                        </a:rPr>
                        <a:t>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32832623"/>
                  </a:ext>
                </a:extLst>
              </a:tr>
              <a:tr h="469900">
                <a:tc>
                  <a:txBody>
                    <a:bodyPr/>
                    <a:lstStyle/>
                    <a:p>
                      <a:pPr algn="l"/>
                      <a:r>
                        <a:rPr lang="fr-FR" sz="1800" b="0" dirty="0">
                          <a:solidFill>
                            <a:srgbClr val="172F43"/>
                          </a:solidFill>
                          <a:latin typeface="Arial" panose="020B0604020202020204" pitchFamily="34" charset="0"/>
                        </a:rPr>
                        <a:t>Normal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50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49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612169326"/>
                  </a:ext>
                </a:extLst>
              </a:tr>
              <a:tr h="469900">
                <a:tc>
                  <a:txBody>
                    <a:bodyPr/>
                    <a:lstStyle/>
                    <a:p>
                      <a:pPr algn="l"/>
                      <a:r>
                        <a:rPr lang="fr-FR" sz="1800" b="0" dirty="0">
                          <a:solidFill>
                            <a:srgbClr val="172F43"/>
                          </a:solidFill>
                          <a:latin typeface="Arial" panose="020B0604020202020204" pitchFamily="34" charset="0"/>
                        </a:rPr>
                        <a:t>Sans label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1 406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dirty="0">
                          <a:solidFill>
                            <a:srgbClr val="172F43"/>
                          </a:solidFill>
                          <a:latin typeface="Arial" panose="020B0604020202020204" pitchFamily="34" charset="0"/>
                        </a:rPr>
                        <a:t>1 311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951169695"/>
                  </a:ext>
                </a:extLst>
              </a:tr>
              <a:tr h="469900">
                <a:tc>
                  <a:txBody>
                    <a:bodyPr/>
                    <a:lstStyle/>
                    <a:p>
                      <a:pPr algn="l"/>
                      <a:r>
                        <a:rPr lang="fr-FR" sz="1800" b="0" dirty="0">
                          <a:solidFill>
                            <a:srgbClr val="172F43"/>
                          </a:solidFill>
                          <a:latin typeface="Arial" panose="020B0604020202020204" pitchFamily="34" charset="0"/>
                        </a:rPr>
                        <a:t>Total</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1 506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dirty="0">
                          <a:solidFill>
                            <a:srgbClr val="172F43"/>
                          </a:solidFill>
                          <a:latin typeface="Arial" panose="020B0604020202020204" pitchFamily="34" charset="0"/>
                        </a:rPr>
                        <a:t>1 410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90821678"/>
                  </a:ext>
                </a:extLst>
              </a:tr>
            </a:tbl>
          </a:graphicData>
        </a:graphic>
      </p:graphicFrame>
      <p:sp>
        <p:nvSpPr>
          <p:cNvPr id="7" name="ZoneTexte 6">
            <a:extLst>
              <a:ext uri="{FF2B5EF4-FFF2-40B4-BE49-F238E27FC236}">
                <a16:creationId xmlns:a16="http://schemas.microsoft.com/office/drawing/2014/main" id="{5F4D290A-DF66-F9F9-025E-1D10013D7D5F}"/>
              </a:ext>
            </a:extLst>
          </p:cNvPr>
          <p:cNvSpPr txBox="1"/>
          <p:nvPr/>
        </p:nvSpPr>
        <p:spPr>
          <a:xfrm>
            <a:off x="609600" y="4952999"/>
            <a:ext cx="7048500" cy="8382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96 copies écartées. Les images sources restent intactes.</a:t>
            </a:r>
          </a:p>
        </p:txBody>
      </p:sp>
      <p:pic>
        <p:nvPicPr>
          <p:cNvPr id="9" name="Image 8">
            <a:extLst>
              <a:ext uri="{FF2B5EF4-FFF2-40B4-BE49-F238E27FC236}">
                <a16:creationId xmlns:a16="http://schemas.microsoft.com/office/drawing/2014/main" id="{D73ED9EB-817A-F3F2-5256-7BA57B9CBF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8077200" y="1816100"/>
            <a:ext cx="1625600" cy="1625600"/>
          </a:xfrm>
          <a:prstGeom prst="rect">
            <a:avLst/>
          </a:prstGeom>
        </p:spPr>
      </p:pic>
      <p:pic>
        <p:nvPicPr>
          <p:cNvPr id="11" name="Image 10">
            <a:extLst>
              <a:ext uri="{FF2B5EF4-FFF2-40B4-BE49-F238E27FC236}">
                <a16:creationId xmlns:a16="http://schemas.microsoft.com/office/drawing/2014/main" id="{13CA77AE-FA89-8F39-E2F5-7AD5262F5697}"/>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9982200" y="1816100"/>
            <a:ext cx="1625600" cy="1625600"/>
          </a:xfrm>
          <a:prstGeom prst="rect">
            <a:avLst/>
          </a:prstGeom>
        </p:spPr>
      </p:pic>
      <p:sp>
        <p:nvSpPr>
          <p:cNvPr id="12" name="ZoneTexte 11">
            <a:extLst>
              <a:ext uri="{FF2B5EF4-FFF2-40B4-BE49-F238E27FC236}">
                <a16:creationId xmlns:a16="http://schemas.microsoft.com/office/drawing/2014/main" id="{89691F15-65A2-8A45-77D7-2D3DD00F59C7}"/>
              </a:ext>
            </a:extLst>
          </p:cNvPr>
          <p:cNvSpPr txBox="1"/>
          <p:nvPr/>
        </p:nvSpPr>
        <p:spPr>
          <a:xfrm>
            <a:off x="8077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normal</a:t>
            </a:r>
          </a:p>
        </p:txBody>
      </p:sp>
      <p:sp>
        <p:nvSpPr>
          <p:cNvPr id="13" name="ZoneTexte 12">
            <a:extLst>
              <a:ext uri="{FF2B5EF4-FFF2-40B4-BE49-F238E27FC236}">
                <a16:creationId xmlns:a16="http://schemas.microsoft.com/office/drawing/2014/main" id="{802AD30F-3FAC-3080-EA5C-191EF3ABD882}"/>
              </a:ext>
            </a:extLst>
          </p:cNvPr>
          <p:cNvSpPr txBox="1"/>
          <p:nvPr/>
        </p:nvSpPr>
        <p:spPr>
          <a:xfrm>
            <a:off x="9982200" y="3568699"/>
            <a:ext cx="1625600" cy="304800"/>
          </a:xfrm>
          <a:prstGeom prst="rect">
            <a:avLst/>
          </a:prstGeom>
          <a:noFill/>
        </p:spPr>
        <p:txBody>
          <a:bodyPr vert="horz" wrap="square" lIns="0" tIns="0" rIns="0" bIns="0" rtlCol="0">
            <a:noAutofit/>
          </a:bodyPr>
          <a:lstStyle/>
          <a:p>
            <a:pPr algn="ctr"/>
            <a:r>
              <a:rPr lang="fr-FR" sz="1500" dirty="0">
                <a:solidFill>
                  <a:srgbClr val="536473"/>
                </a:solidFill>
                <a:latin typeface="Arial" panose="020B0604020202020204" pitchFamily="34" charset="0"/>
              </a:rPr>
              <a:t>Label cancer</a:t>
            </a:r>
          </a:p>
        </p:txBody>
      </p:sp>
      <p:sp>
        <p:nvSpPr>
          <p:cNvPr id="14" name="ZoneTexte 13">
            <a:extLst>
              <a:ext uri="{FF2B5EF4-FFF2-40B4-BE49-F238E27FC236}">
                <a16:creationId xmlns:a16="http://schemas.microsoft.com/office/drawing/2014/main" id="{079013E5-5A16-A6B5-0517-7C8AA13F8E21}"/>
              </a:ext>
            </a:extLst>
          </p:cNvPr>
          <p:cNvSpPr txBox="1"/>
          <p:nvPr/>
        </p:nvSpPr>
        <p:spPr>
          <a:xfrm>
            <a:off x="8077200" y="4178299"/>
            <a:ext cx="3530600" cy="13970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Échantillon de 100 images
512 × 512 pixels, RGB
Aucune erreur de lecture</a:t>
            </a:r>
          </a:p>
          <a:p>
            <a:r>
              <a:rPr lang="fr-FR" sz="1900" dirty="0">
                <a:solidFill>
                  <a:srgbClr val="172F43"/>
                </a:solidFill>
                <a:latin typeface="Arial" panose="020B0604020202020204" pitchFamily="34" charset="0"/>
              </a:rPr>
              <a:t>Pas de données manquantes identifiées</a:t>
            </a:r>
          </a:p>
        </p:txBody>
      </p:sp>
      <p:sp>
        <p:nvSpPr>
          <p:cNvPr id="15" name="ZoneTexte 14">
            <a:extLst>
              <a:ext uri="{FF2B5EF4-FFF2-40B4-BE49-F238E27FC236}">
                <a16:creationId xmlns:a16="http://schemas.microsoft.com/office/drawing/2014/main" id="{00BC10F5-EDEF-502A-13FA-3B9E2FB8287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descriptif annonce 1 500 JPEG. L'énoncé annonce des PNG.</a:t>
            </a:r>
          </a:p>
        </p:txBody>
      </p:sp>
    </p:spTree>
    <p:extLst>
      <p:ext uri="{BB962C8B-B14F-4D97-AF65-F5344CB8AC3E}">
        <p14:creationId xmlns:p14="http://schemas.microsoft.com/office/powerpoint/2010/main" val="88647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ZoneTexte 13">
            <a:extLst>
              <a:ext uri="{FF2B5EF4-FFF2-40B4-BE49-F238E27FC236}">
                <a16:creationId xmlns:a16="http://schemas.microsoft.com/office/drawing/2014/main" id="{5CD9E21C-234B-5D11-BE3F-B20937966A9C}"/>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Prétraitement et extraction des </a:t>
            </a:r>
            <a:r>
              <a:rPr lang="fr-FR" sz="3200" b="1" dirty="0" err="1">
                <a:solidFill>
                  <a:srgbClr val="172F43"/>
                </a:solidFill>
                <a:latin typeface="Arial" panose="020B0604020202020204" pitchFamily="34" charset="0"/>
              </a:rPr>
              <a:t>features</a:t>
            </a:r>
            <a:endParaRPr lang="fr-FR" sz="3200" b="1" dirty="0">
              <a:solidFill>
                <a:srgbClr val="172F43"/>
              </a:solidFill>
              <a:latin typeface="Arial" panose="020B0604020202020204" pitchFamily="34" charset="0"/>
            </a:endParaRPr>
          </a:p>
        </p:txBody>
      </p:sp>
      <p:cxnSp>
        <p:nvCxnSpPr>
          <p:cNvPr id="15" name="Connecteur droit 14">
            <a:extLst>
              <a:ext uri="{FF2B5EF4-FFF2-40B4-BE49-F238E27FC236}">
                <a16:creationId xmlns:a16="http://schemas.microsoft.com/office/drawing/2014/main" id="{2CEE2CE7-7A73-47CD-66B2-341658CBBCC8}"/>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AEF8170E-8C83-2057-26CA-D4C650B3A38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3</a:t>
            </a:r>
          </a:p>
        </p:txBody>
      </p:sp>
      <p:sp>
        <p:nvSpPr>
          <p:cNvPr id="17" name="ZoneTexte 16">
            <a:extLst>
              <a:ext uri="{FF2B5EF4-FFF2-40B4-BE49-F238E27FC236}">
                <a16:creationId xmlns:a16="http://schemas.microsoft.com/office/drawing/2014/main" id="{E93FF363-4FA5-2315-72AE-E6A3F1081F95}"/>
              </a:ext>
            </a:extLst>
          </p:cNvPr>
          <p:cNvSpPr txBox="1"/>
          <p:nvPr/>
        </p:nvSpPr>
        <p:spPr>
          <a:xfrm>
            <a:off x="609600" y="1714499"/>
            <a:ext cx="10972800" cy="7366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Égalisation des histogrammes : redistribuer les intensités des pixels pour ajuster le contraste, avant la normalisation.</a:t>
            </a:r>
          </a:p>
        </p:txBody>
      </p:sp>
      <p:graphicFrame>
        <p:nvGraphicFramePr>
          <p:cNvPr id="18" name="Tableau 17">
            <a:extLst>
              <a:ext uri="{FF2B5EF4-FFF2-40B4-BE49-F238E27FC236}">
                <a16:creationId xmlns:a16="http://schemas.microsoft.com/office/drawing/2014/main" id="{8A9E94DE-9B59-6D27-9D56-A1E3F8C617E0}"/>
              </a:ext>
            </a:extLst>
          </p:cNvPr>
          <p:cNvGraphicFramePr>
            <a:graphicFrameLocks noGrp="1"/>
          </p:cNvGraphicFramePr>
          <p:nvPr>
            <p:extLst>
              <p:ext uri="{D42A27DB-BD31-4B8C-83A1-F6EECF244321}">
                <p14:modId xmlns:p14="http://schemas.microsoft.com/office/powerpoint/2010/main" val="2028382726"/>
              </p:ext>
            </p:extLst>
          </p:nvPr>
        </p:nvGraphicFramePr>
        <p:xfrm>
          <a:off x="609600" y="2628900"/>
          <a:ext cx="10972800" cy="269240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948188601"/>
                    </a:ext>
                  </a:extLst>
                </a:gridCol>
                <a:gridCol w="7315200">
                  <a:extLst>
                    <a:ext uri="{9D8B030D-6E8A-4147-A177-3AD203B41FA5}">
                      <a16:colId xmlns:a16="http://schemas.microsoft.com/office/drawing/2014/main" val="1593491286"/>
                    </a:ext>
                  </a:extLst>
                </a:gridCol>
              </a:tblGrid>
              <a:tr h="538480">
                <a:tc>
                  <a:txBody>
                    <a:bodyPr/>
                    <a:lstStyle/>
                    <a:p>
                      <a:pPr algn="l"/>
                      <a:r>
                        <a:rPr lang="fr-FR" sz="1900" b="1" dirty="0">
                          <a:solidFill>
                            <a:srgbClr val="FFFFFF"/>
                          </a:solidFill>
                          <a:latin typeface="Arial" panose="020B0604020202020204" pitchFamily="34" charset="0"/>
                        </a:rPr>
                        <a:t>Ordre du traitement</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l"/>
                      <a:r>
                        <a:rPr lang="fr-FR" sz="1900" b="1" dirty="0">
                          <a:solidFill>
                            <a:srgbClr val="FFFFFF"/>
                          </a:solidFill>
                          <a:latin typeface="Arial" panose="020B0604020202020204" pitchFamily="34" charset="0"/>
                        </a:rPr>
                        <a:t>Opération réalisée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612822804"/>
                  </a:ext>
                </a:extLst>
              </a:tr>
              <a:tr h="538480">
                <a:tc>
                  <a:txBody>
                    <a:bodyPr/>
                    <a:lstStyle/>
                    <a:p>
                      <a:pPr algn="l"/>
                      <a:r>
                        <a:rPr lang="fr-FR" sz="1900" b="0" dirty="0">
                          <a:solidFill>
                            <a:srgbClr val="172F43"/>
                          </a:solidFill>
                          <a:latin typeface="Arial" panose="020B0604020202020204" pitchFamily="34" charset="0"/>
                        </a:rPr>
                        <a:t>1. Égalisation</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Appliquer </a:t>
                      </a:r>
                      <a:r>
                        <a:rPr lang="fr-FR" sz="1900" b="0" dirty="0" err="1">
                          <a:solidFill>
                            <a:srgbClr val="172F43"/>
                          </a:solidFill>
                          <a:latin typeface="Arial" panose="020B0604020202020204" pitchFamily="34" charset="0"/>
                        </a:rPr>
                        <a:t>equalize</a:t>
                      </a:r>
                      <a:r>
                        <a:rPr lang="fr-FR" sz="1900" b="0" dirty="0">
                          <a:solidFill>
                            <a:srgbClr val="172F43"/>
                          </a:solidFill>
                          <a:latin typeface="Arial" panose="020B0604020202020204" pitchFamily="34" charset="0"/>
                        </a:rPr>
                        <a:t> aux images RGB en uint8.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256833156"/>
                  </a:ext>
                </a:extLst>
              </a:tr>
              <a:tr h="538480">
                <a:tc>
                  <a:txBody>
                    <a:bodyPr/>
                    <a:lstStyle/>
                    <a:p>
                      <a:pPr algn="l"/>
                      <a:r>
                        <a:rPr lang="fr-FR" sz="1900" b="0" dirty="0">
                          <a:solidFill>
                            <a:srgbClr val="172F43"/>
                          </a:solidFill>
                          <a:latin typeface="Arial" panose="020B0604020202020204" pitchFamily="34" charset="0"/>
                        </a:rPr>
                        <a:t>2. Prétraitement </a:t>
                      </a:r>
                      <a:r>
                        <a:rPr lang="fr-FR" sz="1900" b="0" dirty="0" err="1">
                          <a:solidFill>
                            <a:srgbClr val="172F43"/>
                          </a:solidFill>
                          <a:latin typeface="Arial" panose="020B0604020202020204" pitchFamily="34" charset="0"/>
                        </a:rPr>
                        <a:t>ImageNet</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Redimensionner à 256, recadrer à 224 × 224, normaliser.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922968409"/>
                  </a:ext>
                </a:extLst>
              </a:tr>
              <a:tr h="538480">
                <a:tc>
                  <a:txBody>
                    <a:bodyPr/>
                    <a:lstStyle/>
                    <a:p>
                      <a:pPr algn="l"/>
                      <a:r>
                        <a:rPr lang="fr-FR" sz="1900" b="0" dirty="0">
                          <a:solidFill>
                            <a:srgbClr val="172F43"/>
                          </a:solidFill>
                          <a:latin typeface="Arial" panose="020B0604020202020204" pitchFamily="34" charset="0"/>
                        </a:rPr>
                        <a:t>3. ResNet18 gelé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l"/>
                      <a:r>
                        <a:rPr lang="fr-FR" sz="1900" b="0" dirty="0">
                          <a:solidFill>
                            <a:srgbClr val="172F43"/>
                          </a:solidFill>
                          <a:latin typeface="Arial" panose="020B0604020202020204" pitchFamily="34" charset="0"/>
                        </a:rPr>
                        <a:t>Extraire les caractéristiques avec les poids IMAGENET1K_V1.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040512377"/>
                  </a:ext>
                </a:extLst>
              </a:tr>
              <a:tr h="538480">
                <a:tc>
                  <a:txBody>
                    <a:bodyPr/>
                    <a:lstStyle/>
                    <a:p>
                      <a:pPr algn="l"/>
                      <a:r>
                        <a:rPr lang="fr-FR" sz="1900" b="0" dirty="0">
                          <a:solidFill>
                            <a:srgbClr val="172F43"/>
                          </a:solidFill>
                          <a:latin typeface="Arial" panose="020B0604020202020204" pitchFamily="34" charset="0"/>
                        </a:rPr>
                        <a:t>4. Tableau de </a:t>
                      </a:r>
                      <a:r>
                        <a:rPr lang="fr-FR" sz="1900" b="0" dirty="0" err="1">
                          <a:solidFill>
                            <a:srgbClr val="172F43"/>
                          </a:solidFill>
                          <a:latin typeface="Arial" panose="020B0604020202020204" pitchFamily="34" charset="0"/>
                        </a:rPr>
                        <a:t>features</a:t>
                      </a:r>
                      <a:endParaRPr lang="fr-FR" sz="19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l"/>
                      <a:r>
                        <a:rPr lang="fr-FR" sz="1900" b="0" dirty="0">
                          <a:solidFill>
                            <a:srgbClr val="172F43"/>
                          </a:solidFill>
                          <a:latin typeface="Arial" panose="020B0604020202020204" pitchFamily="34" charset="0"/>
                        </a:rPr>
                        <a:t>Conserver un vecteur de 512 dimensions et le chemin par image.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62621072"/>
                  </a:ext>
                </a:extLst>
              </a:tr>
            </a:tbl>
          </a:graphicData>
        </a:graphic>
      </p:graphicFrame>
      <p:sp>
        <p:nvSpPr>
          <p:cNvPr id="19" name="ZoneTexte 18">
            <a:extLst>
              <a:ext uri="{FF2B5EF4-FFF2-40B4-BE49-F238E27FC236}">
                <a16:creationId xmlns:a16="http://schemas.microsoft.com/office/drawing/2014/main" id="{C99025D5-23DF-FCD2-8799-2FA4C993E33A}"/>
              </a:ext>
            </a:extLst>
          </p:cNvPr>
          <p:cNvSpPr txBox="1"/>
          <p:nvPr/>
        </p:nvSpPr>
        <p:spPr>
          <a:xfrm>
            <a:off x="609600" y="5562599"/>
            <a:ext cx="10972800" cy="406400"/>
          </a:xfrm>
          <a:prstGeom prst="rect">
            <a:avLst/>
          </a:prstGeom>
          <a:noFill/>
        </p:spPr>
        <p:txBody>
          <a:bodyPr vert="horz" wrap="square" lIns="0" tIns="0" rIns="0" bIns="0" rtlCol="0">
            <a:noAutofit/>
          </a:bodyPr>
          <a:lstStyle/>
          <a:p>
            <a:r>
              <a:rPr lang="fr-FR" sz="2200" b="1" dirty="0" err="1">
                <a:solidFill>
                  <a:srgbClr val="172F43"/>
                </a:solidFill>
                <a:latin typeface="Arial" panose="020B0604020202020204" pitchFamily="34" charset="0"/>
              </a:rPr>
              <a:t>Productiond</a:t>
            </a:r>
            <a:r>
              <a:rPr lang="fr-FR" sz="2200" b="1" dirty="0">
                <a:solidFill>
                  <a:srgbClr val="172F43"/>
                </a:solidFill>
                <a:latin typeface="Arial" panose="020B0604020202020204" pitchFamily="34" charset="0"/>
              </a:rPr>
              <a:t> d’un CSV de 1 410 lignes, avec 512 </a:t>
            </a:r>
            <a:r>
              <a:rPr lang="fr-FR" sz="2200" b="1" dirty="0" err="1">
                <a:solidFill>
                  <a:srgbClr val="172F43"/>
                </a:solidFill>
                <a:latin typeface="Arial" panose="020B0604020202020204" pitchFamily="34" charset="0"/>
              </a:rPr>
              <a:t>features</a:t>
            </a:r>
            <a:r>
              <a:rPr lang="fr-FR" sz="2200" b="1" dirty="0">
                <a:solidFill>
                  <a:srgbClr val="172F43"/>
                </a:solidFill>
                <a:latin typeface="Arial" panose="020B0604020202020204" pitchFamily="34" charset="0"/>
              </a:rPr>
              <a:t> et le chemin de l’image</a:t>
            </a:r>
          </a:p>
        </p:txBody>
      </p:sp>
      <p:sp>
        <p:nvSpPr>
          <p:cNvPr id="20" name="ZoneTexte 19">
            <a:extLst>
              <a:ext uri="{FF2B5EF4-FFF2-40B4-BE49-F238E27FC236}">
                <a16:creationId xmlns:a16="http://schemas.microsoft.com/office/drawing/2014/main" id="{056F4F83-0566-4C10-B39B-D565E9936E0C}"/>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Le traitement conserve les trois canaux RGB. Il ne supprime pas les images colorées ni les fichiers sources.</a:t>
            </a:r>
          </a:p>
        </p:txBody>
      </p:sp>
    </p:spTree>
    <p:extLst>
      <p:ext uri="{BB962C8B-B14F-4D97-AF65-F5344CB8AC3E}">
        <p14:creationId xmlns:p14="http://schemas.microsoft.com/office/powerpoint/2010/main" val="4059724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AFF2A74-CC59-9E8C-F1CA-D63523DD8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Ensembles séparés avant le clustering</a:t>
            </a:r>
          </a:p>
        </p:txBody>
      </p:sp>
      <p:cxnSp>
        <p:nvCxnSpPr>
          <p:cNvPr id="3" name="Connecteur droit 2">
            <a:extLst>
              <a:ext uri="{FF2B5EF4-FFF2-40B4-BE49-F238E27FC236}">
                <a16:creationId xmlns:a16="http://schemas.microsoft.com/office/drawing/2014/main" id="{14648505-B2E1-0A5C-C510-9FB7A47A30EF}"/>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DE5B1D18-7A0C-2661-0706-80EC63E8094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4</a:t>
            </a:r>
          </a:p>
        </p:txBody>
      </p:sp>
      <p:sp>
        <p:nvSpPr>
          <p:cNvPr id="5" name="ZoneTexte 4">
            <a:extLst>
              <a:ext uri="{FF2B5EF4-FFF2-40B4-BE49-F238E27FC236}">
                <a16:creationId xmlns:a16="http://schemas.microsoft.com/office/drawing/2014/main" id="{83DD77CA-CFA0-0D14-4BFF-1B9948E4BE93}"/>
              </a:ext>
            </a:extLst>
          </p:cNvPr>
          <p:cNvSpPr txBox="1"/>
          <p:nvPr/>
        </p:nvSpPr>
        <p:spPr>
          <a:xfrm>
            <a:off x="609600" y="1765299"/>
            <a:ext cx="10972800" cy="381000"/>
          </a:xfrm>
          <a:prstGeom prst="rect">
            <a:avLst/>
          </a:prstGeom>
          <a:noFill/>
        </p:spPr>
        <p:txBody>
          <a:bodyPr vert="horz" wrap="square" lIns="0" tIns="0" rIns="0" bIns="0" rtlCol="0">
            <a:noAutofit/>
          </a:bodyPr>
          <a:lstStyle/>
          <a:p>
            <a:r>
              <a:rPr lang="fr-FR" sz="2200" b="1" dirty="0">
                <a:solidFill>
                  <a:srgbClr val="3978A9"/>
                </a:solidFill>
                <a:latin typeface="Arial" panose="020B0604020202020204" pitchFamily="34" charset="0"/>
              </a:rPr>
              <a:t>Données fortement labellisées : 99 images</a:t>
            </a:r>
          </a:p>
        </p:txBody>
      </p:sp>
      <p:sp>
        <p:nvSpPr>
          <p:cNvPr id="6" name="Rectangle 5">
            <a:extLst>
              <a:ext uri="{FF2B5EF4-FFF2-40B4-BE49-F238E27FC236}">
                <a16:creationId xmlns:a16="http://schemas.microsoft.com/office/drawing/2014/main" id="{7302E796-F05A-48C0-DBD6-0690BF1B5C29}"/>
              </a:ext>
            </a:extLst>
          </p:cNvPr>
          <p:cNvSpPr/>
          <p:nvPr/>
        </p:nvSpPr>
        <p:spPr>
          <a:xfrm>
            <a:off x="6096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63</a:t>
            </a:r>
          </a:p>
        </p:txBody>
      </p:sp>
      <p:sp>
        <p:nvSpPr>
          <p:cNvPr id="7" name="Rectangle 6">
            <a:extLst>
              <a:ext uri="{FF2B5EF4-FFF2-40B4-BE49-F238E27FC236}">
                <a16:creationId xmlns:a16="http://schemas.microsoft.com/office/drawing/2014/main" id="{183CDDD5-1B0B-CC40-F4CB-E2EBBC5C99FC}"/>
              </a:ext>
            </a:extLst>
          </p:cNvPr>
          <p:cNvSpPr/>
          <p:nvPr/>
        </p:nvSpPr>
        <p:spPr>
          <a:xfrm>
            <a:off x="45212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Validation : 16</a:t>
            </a:r>
          </a:p>
        </p:txBody>
      </p:sp>
      <p:sp>
        <p:nvSpPr>
          <p:cNvPr id="8" name="Rectangle 7">
            <a:extLst>
              <a:ext uri="{FF2B5EF4-FFF2-40B4-BE49-F238E27FC236}">
                <a16:creationId xmlns:a16="http://schemas.microsoft.com/office/drawing/2014/main" id="{112C08BC-649E-BF7F-D36C-B7F4279A92E1}"/>
              </a:ext>
            </a:extLst>
          </p:cNvPr>
          <p:cNvSpPr/>
          <p:nvPr/>
        </p:nvSpPr>
        <p:spPr>
          <a:xfrm>
            <a:off x="8445500" y="2311400"/>
            <a:ext cx="3136900" cy="8128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20</a:t>
            </a:r>
          </a:p>
        </p:txBody>
      </p:sp>
      <p:sp>
        <p:nvSpPr>
          <p:cNvPr id="10" name="ZoneTexte 9">
            <a:extLst>
              <a:ext uri="{FF2B5EF4-FFF2-40B4-BE49-F238E27FC236}">
                <a16:creationId xmlns:a16="http://schemas.microsoft.com/office/drawing/2014/main" id="{767C2C9E-28D4-9DE9-18C7-7A63248F10ED}"/>
              </a:ext>
            </a:extLst>
          </p:cNvPr>
          <p:cNvSpPr txBox="1"/>
          <p:nvPr/>
        </p:nvSpPr>
        <p:spPr>
          <a:xfrm>
            <a:off x="609600" y="3340101"/>
            <a:ext cx="10972800" cy="3810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Données sans label : 1 311 images</a:t>
            </a:r>
          </a:p>
        </p:txBody>
      </p:sp>
      <p:sp>
        <p:nvSpPr>
          <p:cNvPr id="11" name="Rectangle 10">
            <a:extLst>
              <a:ext uri="{FF2B5EF4-FFF2-40B4-BE49-F238E27FC236}">
                <a16:creationId xmlns:a16="http://schemas.microsoft.com/office/drawing/2014/main" id="{719646C9-A605-8DB7-1E22-C5F16F3CC694}"/>
              </a:ext>
            </a:extLst>
          </p:cNvPr>
          <p:cNvSpPr/>
          <p:nvPr/>
        </p:nvSpPr>
        <p:spPr>
          <a:xfrm>
            <a:off x="6096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Train : 1 048</a:t>
            </a:r>
          </a:p>
        </p:txBody>
      </p:sp>
      <p:sp>
        <p:nvSpPr>
          <p:cNvPr id="12" name="Rectangle 11">
            <a:extLst>
              <a:ext uri="{FF2B5EF4-FFF2-40B4-BE49-F238E27FC236}">
                <a16:creationId xmlns:a16="http://schemas.microsoft.com/office/drawing/2014/main" id="{D5CE0229-55B2-6E39-6FB8-E8C115C878F0}"/>
              </a:ext>
            </a:extLst>
          </p:cNvPr>
          <p:cNvSpPr/>
          <p:nvPr/>
        </p:nvSpPr>
        <p:spPr>
          <a:xfrm>
            <a:off x="6515100" y="3898902"/>
            <a:ext cx="5067300" cy="8128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100" dirty="0">
                <a:solidFill>
                  <a:srgbClr val="172F43"/>
                </a:solidFill>
                <a:latin typeface="Arial" panose="020B0604020202020204" pitchFamily="34" charset="0"/>
              </a:rPr>
              <a:t>Test : 263</a:t>
            </a:r>
          </a:p>
        </p:txBody>
      </p:sp>
      <p:sp>
        <p:nvSpPr>
          <p:cNvPr id="13" name="ZoneTexte 12">
            <a:extLst>
              <a:ext uri="{FF2B5EF4-FFF2-40B4-BE49-F238E27FC236}">
                <a16:creationId xmlns:a16="http://schemas.microsoft.com/office/drawing/2014/main" id="{936B052B-8A55-0A55-40C2-46DC8A1E8B1A}"/>
              </a:ext>
            </a:extLst>
          </p:cNvPr>
          <p:cNvSpPr txBox="1"/>
          <p:nvPr/>
        </p:nvSpPr>
        <p:spPr>
          <a:xfrm>
            <a:off x="635000" y="5105400"/>
            <a:ext cx="10972800" cy="6096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Le jeu de validation est réservé pour le choix des hyperparamètre du CNN</a:t>
            </a:r>
          </a:p>
          <a:p>
            <a:r>
              <a:rPr lang="fr-FR" sz="1900" dirty="0" err="1">
                <a:solidFill>
                  <a:srgbClr val="172F43"/>
                </a:solidFill>
                <a:latin typeface="Arial" panose="020B0604020202020204" pitchFamily="34" charset="0"/>
              </a:rPr>
              <a:t>StandardScaler</a:t>
            </a:r>
            <a:r>
              <a:rPr lang="fr-FR" sz="1900" dirty="0">
                <a:solidFill>
                  <a:srgbClr val="172F43"/>
                </a:solidFill>
                <a:latin typeface="Arial" panose="020B0604020202020204" pitchFamily="34" charset="0"/>
              </a:rPr>
              <a:t> standardise et apprend uniquement sur le jeu de données train sans label. </a:t>
            </a:r>
          </a:p>
          <a:p>
            <a:r>
              <a:rPr lang="fr-FR" sz="1900" dirty="0">
                <a:solidFill>
                  <a:srgbClr val="172F43"/>
                </a:solidFill>
                <a:latin typeface="Arial" panose="020B0604020202020204" pitchFamily="34" charset="0"/>
              </a:rPr>
              <a:t>Puis ce jeu voit ses dimensions réduites à 2 avec PCA</a:t>
            </a:r>
          </a:p>
          <a:p>
            <a:r>
              <a:rPr lang="fr-FR" sz="1900" dirty="0">
                <a:solidFill>
                  <a:srgbClr val="172F43"/>
                </a:solidFill>
                <a:latin typeface="Arial" panose="020B0604020202020204" pitchFamily="34" charset="0"/>
              </a:rPr>
              <a:t>Les autres ensembles utilisent </a:t>
            </a:r>
            <a:r>
              <a:rPr lang="fr-FR" sz="1900" dirty="0" err="1">
                <a:solidFill>
                  <a:srgbClr val="172F43"/>
                </a:solidFill>
                <a:latin typeface="Arial" panose="020B0604020202020204" pitchFamily="34" charset="0"/>
              </a:rPr>
              <a:t>transform</a:t>
            </a:r>
            <a:r>
              <a:rPr lang="fr-FR" sz="1900" dirty="0">
                <a:solidFill>
                  <a:srgbClr val="172F43"/>
                </a:solidFill>
                <a:latin typeface="Arial" panose="020B0604020202020204" pitchFamily="34" charset="0"/>
              </a:rPr>
              <a:t> pour standardiser les </a:t>
            </a:r>
            <a:r>
              <a:rPr lang="fr-FR" sz="1900" dirty="0" err="1">
                <a:solidFill>
                  <a:srgbClr val="172F43"/>
                </a:solidFill>
                <a:latin typeface="Arial" panose="020B0604020202020204" pitchFamily="34" charset="0"/>
              </a:rPr>
              <a:t>features</a:t>
            </a:r>
            <a:r>
              <a:rPr lang="fr-FR" sz="1900" dirty="0">
                <a:solidFill>
                  <a:srgbClr val="172F43"/>
                </a:solidFill>
                <a:latin typeface="Arial" panose="020B0604020202020204" pitchFamily="34" charset="0"/>
              </a:rPr>
              <a:t> avec les moyennes et écarts-types déjà appris. Puis </a:t>
            </a:r>
            <a:r>
              <a:rPr lang="fr-FR" sz="1900" dirty="0" err="1">
                <a:solidFill>
                  <a:srgbClr val="172F43"/>
                </a:solidFill>
                <a:latin typeface="Arial" panose="020B0604020202020204" pitchFamily="34" charset="0"/>
              </a:rPr>
              <a:t>pca.transform</a:t>
            </a:r>
            <a:r>
              <a:rPr lang="fr-FR" sz="1900" dirty="0">
                <a:solidFill>
                  <a:srgbClr val="172F43"/>
                </a:solidFill>
                <a:latin typeface="Arial" panose="020B0604020202020204" pitchFamily="34" charset="0"/>
              </a:rPr>
              <a:t> réduit ensuite les dimensions à 2.</a:t>
            </a:r>
          </a:p>
        </p:txBody>
      </p:sp>
    </p:spTree>
    <p:extLst>
      <p:ext uri="{BB962C8B-B14F-4D97-AF65-F5344CB8AC3E}">
        <p14:creationId xmlns:p14="http://schemas.microsoft.com/office/powerpoint/2010/main" val="2540055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F7B6F4C-7082-8255-8C16-147CC0ACD2A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Clustering sur les coordonnées PCA</a:t>
            </a:r>
          </a:p>
        </p:txBody>
      </p:sp>
      <p:cxnSp>
        <p:nvCxnSpPr>
          <p:cNvPr id="3" name="Connecteur droit 2">
            <a:extLst>
              <a:ext uri="{FF2B5EF4-FFF2-40B4-BE49-F238E27FC236}">
                <a16:creationId xmlns:a16="http://schemas.microsoft.com/office/drawing/2014/main" id="{D107B21C-D5A2-7B91-2C79-18CF7C349717}"/>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01F3ADD-CF6A-6377-AA14-6B9B109EEB5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5</a:t>
            </a:r>
          </a:p>
        </p:txBody>
      </p:sp>
      <p:sp>
        <p:nvSpPr>
          <p:cNvPr id="5" name="ZoneTexte 4">
            <a:extLst>
              <a:ext uri="{FF2B5EF4-FFF2-40B4-BE49-F238E27FC236}">
                <a16:creationId xmlns:a16="http://schemas.microsoft.com/office/drawing/2014/main" id="{4EC30E6E-6245-FEF9-CA3F-9A216189E79B}"/>
              </a:ext>
            </a:extLst>
          </p:cNvPr>
          <p:cNvSpPr txBox="1"/>
          <p:nvPr/>
        </p:nvSpPr>
        <p:spPr>
          <a:xfrm>
            <a:off x="609600" y="1727199"/>
            <a:ext cx="56515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K-Means : deux groupes</a:t>
            </a:r>
          </a:p>
        </p:txBody>
      </p:sp>
      <p:sp>
        <p:nvSpPr>
          <p:cNvPr id="6" name="ZoneTexte 5">
            <a:extLst>
              <a:ext uri="{FF2B5EF4-FFF2-40B4-BE49-F238E27FC236}">
                <a16:creationId xmlns:a16="http://schemas.microsoft.com/office/drawing/2014/main" id="{4848E88B-37FD-8BB0-F36F-C6232765B623}"/>
              </a:ext>
            </a:extLst>
          </p:cNvPr>
          <p:cNvSpPr txBox="1"/>
          <p:nvPr/>
        </p:nvSpPr>
        <p:spPr>
          <a:xfrm>
            <a:off x="609600" y="2235199"/>
            <a:ext cx="5651500" cy="609600"/>
          </a:xfrm>
          <a:prstGeom prst="rect">
            <a:avLst/>
          </a:prstGeom>
          <a:noFill/>
        </p:spPr>
        <p:txBody>
          <a:bodyPr vert="horz" wrap="square" lIns="0" tIns="0" rIns="0" bIns="0" rtlCol="0">
            <a:noAutofit/>
          </a:bodyPr>
          <a:lstStyle/>
          <a:p>
            <a:r>
              <a:rPr lang="fr-FR" dirty="0">
                <a:solidFill>
                  <a:srgbClr val="172F43"/>
                </a:solidFill>
                <a:latin typeface="Arial" panose="020B0604020202020204" pitchFamily="34" charset="0"/>
              </a:rPr>
              <a:t>PCA : 512 </a:t>
            </a:r>
            <a:r>
              <a:rPr lang="fr-FR" dirty="0" err="1">
                <a:solidFill>
                  <a:srgbClr val="172F43"/>
                </a:solidFill>
                <a:latin typeface="Arial" panose="020B0604020202020204" pitchFamily="34" charset="0"/>
              </a:rPr>
              <a:t>features</a:t>
            </a:r>
            <a:r>
              <a:rPr lang="fr-FR" dirty="0">
                <a:solidFill>
                  <a:srgbClr val="172F43"/>
                </a:solidFill>
                <a:latin typeface="Arial" panose="020B0604020202020204" pitchFamily="34" charset="0"/>
              </a:rPr>
              <a:t> vers 2 coordonnées. Chaque point représente une image.</a:t>
            </a:r>
          </a:p>
        </p:txBody>
      </p:sp>
      <p:graphicFrame>
        <p:nvGraphicFramePr>
          <p:cNvPr id="7" name="Clustering K-Means — graphique modifiable"/>
          <p:cNvGraphicFramePr>
            <a:graphicFrameLocks noGrp="1"/>
          </p:cNvGraphicFramePr>
          <p:nvPr/>
        </p:nvGraphicFramePr>
        <p:xfrm>
          <a:off x="495300" y="2857500"/>
          <a:ext cx="6007100" cy="3149600"/>
        </p:xfrm>
        <a:graphic>
          <a:graphicData uri="http://schemas.openxmlformats.org/drawingml/2006/chart">
            <c:chart xmlns:c="http://schemas.openxmlformats.org/drawingml/2006/chart" xmlns:r="http://schemas.openxmlformats.org/officeDocument/2006/relationships" r:id="rId3"/>
          </a:graphicData>
        </a:graphic>
      </p:graphicFrame>
      <p:sp>
        <p:nvSpPr>
          <p:cNvPr id="8" name="ZoneTexte 7">
            <a:extLst>
              <a:ext uri="{FF2B5EF4-FFF2-40B4-BE49-F238E27FC236}">
                <a16:creationId xmlns:a16="http://schemas.microsoft.com/office/drawing/2014/main" id="{C8987E1D-D65D-DD43-13BD-3C139C70F359}"/>
              </a:ext>
            </a:extLst>
          </p:cNvPr>
          <p:cNvSpPr txBox="1"/>
          <p:nvPr/>
        </p:nvSpPr>
        <p:spPr>
          <a:xfrm>
            <a:off x="609600" y="5981699"/>
            <a:ext cx="5892800" cy="368300"/>
          </a:xfrm>
          <a:prstGeom prst="rect">
            <a:avLst/>
          </a:prstGeom>
          <a:noFill/>
        </p:spPr>
        <p:txBody>
          <a:bodyPr vert="horz" wrap="square" lIns="0" tIns="0" rIns="0" bIns="0" rtlCol="0">
            <a:noAutofit/>
          </a:bodyPr>
          <a:lstStyle/>
          <a:p>
            <a:r>
              <a:rPr lang="fr-FR" sz="1600">
                <a:solidFill>
                  <a:srgbClr val="536473"/>
                </a:solidFill>
                <a:latin typeface="Arial" panose="020B0604020202020204" pitchFamily="34" charset="0"/>
              </a:rPr>
              <a:t>Groupe 0 : 565 images. Groupe 1 : 483.</a:t>
            </a:r>
            <a:endParaRPr lang="fr-FR" sz="1600" dirty="0">
              <a:solidFill>
                <a:srgbClr val="536473"/>
              </a:solidFill>
              <a:latin typeface="Arial" panose="020B0604020202020204" pitchFamily="34" charset="0"/>
            </a:endParaRPr>
          </a:p>
        </p:txBody>
      </p:sp>
      <p:sp>
        <p:nvSpPr>
          <p:cNvPr id="9" name="ZoneTexte 8">
            <a:extLst>
              <a:ext uri="{FF2B5EF4-FFF2-40B4-BE49-F238E27FC236}">
                <a16:creationId xmlns:a16="http://schemas.microsoft.com/office/drawing/2014/main" id="{AC2C2B8C-51EF-3EF6-C75B-EB835B36EAAA}"/>
              </a:ext>
            </a:extLst>
          </p:cNvPr>
          <p:cNvSpPr txBox="1"/>
          <p:nvPr/>
        </p:nvSpPr>
        <p:spPr>
          <a:xfrm>
            <a:off x="7010400" y="1727199"/>
            <a:ext cx="4572000" cy="4064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DBSCAN : neuf essais</a:t>
            </a:r>
          </a:p>
        </p:txBody>
      </p:sp>
      <p:sp>
        <p:nvSpPr>
          <p:cNvPr id="10" name="ZoneTexte 9">
            <a:extLst>
              <a:ext uri="{FF2B5EF4-FFF2-40B4-BE49-F238E27FC236}">
                <a16:creationId xmlns:a16="http://schemas.microsoft.com/office/drawing/2014/main" id="{89BDF306-5A4C-057F-6E09-799692B1AAC7}"/>
              </a:ext>
            </a:extLst>
          </p:cNvPr>
          <p:cNvSpPr txBox="1"/>
          <p:nvPr/>
        </p:nvSpPr>
        <p:spPr>
          <a:xfrm>
            <a:off x="7010400" y="2235199"/>
            <a:ext cx="4572000" cy="304800"/>
          </a:xfrm>
          <a:prstGeom prst="rect">
            <a:avLst/>
          </a:prstGeom>
          <a:noFill/>
        </p:spPr>
        <p:txBody>
          <a:bodyPr vert="horz" wrap="square" lIns="0" tIns="0" rIns="0" bIns="0" rtlCol="0">
            <a:noAutofit/>
          </a:bodyPr>
          <a:lstStyle/>
          <a:p>
            <a:r>
              <a:rPr lang="fr-FR" sz="1600" dirty="0" err="1">
                <a:solidFill>
                  <a:srgbClr val="536473"/>
                </a:solidFill>
                <a:latin typeface="Arial" panose="020B0604020202020204" pitchFamily="34" charset="0"/>
              </a:rPr>
              <a:t>eps</a:t>
            </a:r>
            <a:r>
              <a:rPr lang="fr-FR" sz="1600" dirty="0">
                <a:solidFill>
                  <a:srgbClr val="536473"/>
                </a:solidFill>
                <a:latin typeface="Arial" panose="020B0604020202020204" pitchFamily="34" charset="0"/>
              </a:rPr>
              <a:t> : rayon ; minimum : points voisins.</a:t>
            </a:r>
          </a:p>
        </p:txBody>
      </p:sp>
      <p:graphicFrame>
        <p:nvGraphicFramePr>
          <p:cNvPr id="11" name="Tableau 10">
            <a:extLst>
              <a:ext uri="{FF2B5EF4-FFF2-40B4-BE49-F238E27FC236}">
                <a16:creationId xmlns:a16="http://schemas.microsoft.com/office/drawing/2014/main" id="{B3E80A92-0DAB-57E1-35A1-7BE9212F89B2}"/>
              </a:ext>
            </a:extLst>
          </p:cNvPr>
          <p:cNvGraphicFramePr>
            <a:graphicFrameLocks noGrp="1"/>
          </p:cNvGraphicFramePr>
          <p:nvPr>
            <p:extLst>
              <p:ext uri="{D42A27DB-BD31-4B8C-83A1-F6EECF244321}">
                <p14:modId xmlns:p14="http://schemas.microsoft.com/office/powerpoint/2010/main" val="2601560760"/>
              </p:ext>
            </p:extLst>
          </p:nvPr>
        </p:nvGraphicFramePr>
        <p:xfrm>
          <a:off x="7010400" y="2603500"/>
          <a:ext cx="4572000" cy="3200400"/>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847528866"/>
                    </a:ext>
                  </a:extLst>
                </a:gridCol>
                <a:gridCol w="1270000">
                  <a:extLst>
                    <a:ext uri="{9D8B030D-6E8A-4147-A177-3AD203B41FA5}">
                      <a16:colId xmlns:a16="http://schemas.microsoft.com/office/drawing/2014/main" val="2474599095"/>
                    </a:ext>
                  </a:extLst>
                </a:gridCol>
                <a:gridCol w="1143000">
                  <a:extLst>
                    <a:ext uri="{9D8B030D-6E8A-4147-A177-3AD203B41FA5}">
                      <a16:colId xmlns:a16="http://schemas.microsoft.com/office/drawing/2014/main" val="598708383"/>
                    </a:ext>
                  </a:extLst>
                </a:gridCol>
                <a:gridCol w="1549400">
                  <a:extLst>
                    <a:ext uri="{9D8B030D-6E8A-4147-A177-3AD203B41FA5}">
                      <a16:colId xmlns:a16="http://schemas.microsoft.com/office/drawing/2014/main" val="3387435543"/>
                    </a:ext>
                  </a:extLst>
                </a:gridCol>
              </a:tblGrid>
              <a:tr h="317500">
                <a:tc>
                  <a:txBody>
                    <a:bodyPr/>
                    <a:lstStyle/>
                    <a:p>
                      <a:pPr algn="l"/>
                      <a:r>
                        <a:rPr lang="fr-FR" sz="1600" b="1" dirty="0" err="1">
                          <a:solidFill>
                            <a:srgbClr val="FFFFFF"/>
                          </a:solidFill>
                          <a:latin typeface="Arial" panose="020B0604020202020204" pitchFamily="34" charset="0"/>
                        </a:rPr>
                        <a:t>eps</a:t>
                      </a:r>
                      <a:endParaRPr lang="fr-FR" sz="16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Minimum</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Groupes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600" b="1" dirty="0">
                          <a:solidFill>
                            <a:srgbClr val="FFFFFF"/>
                          </a:solidFill>
                          <a:latin typeface="Arial" panose="020B0604020202020204" pitchFamily="34" charset="0"/>
                        </a:rPr>
                        <a:t>Hors groupe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7794684"/>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93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368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398964308"/>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706</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0823132"/>
                  </a:ext>
                </a:extLst>
              </a:tr>
              <a:tr h="317500">
                <a:tc>
                  <a:txBody>
                    <a:bodyPr/>
                    <a:lstStyle/>
                    <a:p>
                      <a:pPr algn="l"/>
                      <a:r>
                        <a:rPr lang="fr-FR" sz="1600" b="0" dirty="0">
                          <a:solidFill>
                            <a:srgbClr val="172F43"/>
                          </a:solidFill>
                          <a:latin typeface="Arial" panose="020B0604020202020204" pitchFamily="34" charset="0"/>
                        </a:rPr>
                        <a:t>0,5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1028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843979565"/>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15</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51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437070636"/>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057516680"/>
                  </a:ext>
                </a:extLst>
              </a:tr>
              <a:tr h="317500">
                <a:tc>
                  <a:txBody>
                    <a:bodyPr/>
                    <a:lstStyle/>
                    <a:p>
                      <a:pPr algn="l"/>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12</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373</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984371662"/>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120508964"/>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600" b="0">
                          <a:solidFill>
                            <a:srgbClr val="172F43"/>
                          </a:solidFill>
                          <a:latin typeface="Arial" panose="020B0604020202020204" pitchFamily="34" charset="0"/>
                        </a:rPr>
                        <a:t>10</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778347899"/>
                  </a:ext>
                </a:extLst>
              </a:tr>
              <a:tr h="317500">
                <a:tc>
                  <a:txBody>
                    <a:bodyPr/>
                    <a:lstStyle/>
                    <a:p>
                      <a:pPr algn="l"/>
                      <a:r>
                        <a:rPr lang="fr-FR" sz="1600" b="0" dirty="0">
                          <a:solidFill>
                            <a:srgbClr val="172F43"/>
                          </a:solidFill>
                          <a:latin typeface="Arial" panose="020B0604020202020204" pitchFamily="34" charset="0"/>
                        </a:rPr>
                        <a:t>2,0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600" b="0">
                          <a:solidFill>
                            <a:srgbClr val="172F43"/>
                          </a:solidFill>
                          <a:latin typeface="Arial" panose="020B0604020202020204" pitchFamily="34" charset="0"/>
                        </a:rPr>
                        <a:t>18</a:t>
                      </a:r>
                      <a:endParaRPr lang="fr-FR" sz="16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3518438994"/>
                  </a:ext>
                </a:extLst>
              </a:tr>
            </a:tbl>
          </a:graphicData>
        </a:graphic>
      </p:graphicFrame>
      <p:sp>
        <p:nvSpPr>
          <p:cNvPr id="12" name="ZoneTexte 11">
            <a:extLst>
              <a:ext uri="{FF2B5EF4-FFF2-40B4-BE49-F238E27FC236}">
                <a16:creationId xmlns:a16="http://schemas.microsoft.com/office/drawing/2014/main" id="{6070DE02-80B0-474F-919C-A56B843BD858}"/>
              </a:ext>
            </a:extLst>
          </p:cNvPr>
          <p:cNvSpPr txBox="1"/>
          <p:nvPr/>
        </p:nvSpPr>
        <p:spPr>
          <a:xfrm>
            <a:off x="7010400" y="5905499"/>
            <a:ext cx="4572000" cy="558800"/>
          </a:xfrm>
          <a:prstGeom prst="rect">
            <a:avLst/>
          </a:prstGeom>
          <a:noFill/>
        </p:spPr>
        <p:txBody>
          <a:bodyPr vert="horz" wrap="square" lIns="0" tIns="0" rIns="0" bIns="0" rtlCol="0">
            <a:noAutofit/>
          </a:bodyPr>
          <a:lstStyle/>
          <a:p>
            <a:r>
              <a:rPr lang="fr-FR" sz="1600">
                <a:solidFill>
                  <a:srgbClr val="172F43"/>
                </a:solidFill>
                <a:latin typeface="Arial" panose="020B0604020202020204" pitchFamily="34" charset="0"/>
              </a:rPr>
              <a:t>2 groupes à eps = 0,5 / minimum = 10, mais 1 028 images hors groupe.</a:t>
            </a:r>
            <a:endParaRPr lang="fr-FR" sz="1600" dirty="0">
              <a:solidFill>
                <a:srgbClr val="172F43"/>
              </a:solidFill>
              <a:latin typeface="Arial" panose="020B0604020202020204" pitchFamily="34" charset="0"/>
            </a:endParaRPr>
          </a:p>
        </p:txBody>
      </p:sp>
      <p:sp>
        <p:nvSpPr>
          <p:cNvPr id="14" name="ZoneTexte 13">
            <a:extLst>
              <a:ext uri="{FF2B5EF4-FFF2-40B4-BE49-F238E27FC236}">
                <a16:creationId xmlns:a16="http://schemas.microsoft.com/office/drawing/2014/main" id="{764E9EB7-F6D1-EC4A-2206-DC77B9D5AC0E}"/>
              </a:ext>
            </a:extLst>
          </p:cNvPr>
          <p:cNvSpPr txBox="1"/>
          <p:nvPr/>
        </p:nvSpPr>
        <p:spPr>
          <a:xfrm>
            <a:off x="609599" y="6477000"/>
            <a:ext cx="10223500" cy="276999"/>
          </a:xfrm>
          <a:prstGeom prst="rect">
            <a:avLst/>
          </a:prstGeom>
          <a:noFill/>
        </p:spPr>
        <p:txBody>
          <a:bodyPr wrap="square">
            <a:spAutoFit/>
          </a:bodyPr>
          <a:lstStyle/>
          <a:p>
            <a:r>
              <a:rPr lang="fr-FR" sz="1200" b="1"/>
              <a:t>K-Means attribue un label faible à chaque image du train sans label.</a:t>
            </a:r>
            <a:endParaRPr lang="fr-FR" sz="1200" b="1" dirty="0"/>
          </a:p>
        </p:txBody>
      </p:sp>
    </p:spTree>
    <p:extLst>
      <p:ext uri="{BB962C8B-B14F-4D97-AF65-F5344CB8AC3E}">
        <p14:creationId xmlns:p14="http://schemas.microsoft.com/office/powerpoint/2010/main" val="22104435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ZoneTexte 9">
            <a:extLst>
              <a:ext uri="{FF2B5EF4-FFF2-40B4-BE49-F238E27FC236}">
                <a16:creationId xmlns:a16="http://schemas.microsoft.com/office/drawing/2014/main" id="{02A4C50F-97B3-E661-28B2-9502DA24AAD4}"/>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Test de la couche intermédiaire et ARI</a:t>
            </a:r>
          </a:p>
        </p:txBody>
      </p:sp>
      <p:cxnSp>
        <p:nvCxnSpPr>
          <p:cNvPr id="15" name="Connecteur droit 14">
            <a:extLst>
              <a:ext uri="{FF2B5EF4-FFF2-40B4-BE49-F238E27FC236}">
                <a16:creationId xmlns:a16="http://schemas.microsoft.com/office/drawing/2014/main" id="{FE0F3BED-6E9D-0BCD-AC06-E6007C583853}"/>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16" name="ZoneTexte 15">
            <a:extLst>
              <a:ext uri="{FF2B5EF4-FFF2-40B4-BE49-F238E27FC236}">
                <a16:creationId xmlns:a16="http://schemas.microsoft.com/office/drawing/2014/main" id="{0A26E233-D2C5-E2DE-5EDA-53E9A1DFF02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6</a:t>
            </a:r>
          </a:p>
        </p:txBody>
      </p:sp>
      <p:sp>
        <p:nvSpPr>
          <p:cNvPr id="18" name="ZoneTexte 17">
            <a:extLst>
              <a:ext uri="{FF2B5EF4-FFF2-40B4-BE49-F238E27FC236}">
                <a16:creationId xmlns:a16="http://schemas.microsoft.com/office/drawing/2014/main" id="{F72B9282-A7A8-2498-6ABC-5D58077CFA56}"/>
              </a:ext>
            </a:extLst>
          </p:cNvPr>
          <p:cNvSpPr txBox="1"/>
          <p:nvPr/>
        </p:nvSpPr>
        <p:spPr>
          <a:xfrm>
            <a:off x="609600" y="1701799"/>
            <a:ext cx="10972800" cy="7366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Calcul de  l’ARI pour évaluer si les groupes créés par le clustering correspondent à la séparation « normal / cancer » des images labelisées</a:t>
            </a:r>
            <a:endParaRPr lang="fr-FR" dirty="0">
              <a:solidFill>
                <a:srgbClr val="172F43"/>
              </a:solidFill>
              <a:latin typeface="Arial" panose="020B0604020202020204" pitchFamily="34" charset="0"/>
            </a:endParaRPr>
          </a:p>
          <a:p>
            <a:endParaRPr lang="fr-FR" b="1" dirty="0">
              <a:solidFill>
                <a:srgbClr val="172F43"/>
              </a:solidFill>
              <a:latin typeface="Arial" panose="020B0604020202020204" pitchFamily="34" charset="0"/>
            </a:endParaRPr>
          </a:p>
          <a:p>
            <a:r>
              <a:rPr lang="fr-FR" b="1" dirty="0">
                <a:solidFill>
                  <a:srgbClr val="172F43"/>
                </a:solidFill>
                <a:latin typeface="Arial" panose="020B0604020202020204" pitchFamily="34" charset="0"/>
              </a:rPr>
              <a:t>Comparaison avec la dernière couche et la couche intermédiaire</a:t>
            </a:r>
            <a:endParaRPr lang="fr-FR" dirty="0">
              <a:solidFill>
                <a:srgbClr val="172F43"/>
              </a:solidFill>
              <a:latin typeface="Arial" panose="020B0604020202020204" pitchFamily="34" charset="0"/>
            </a:endParaRPr>
          </a:p>
        </p:txBody>
      </p:sp>
      <p:graphicFrame>
        <p:nvGraphicFramePr>
          <p:cNvPr id="19" name="Tableau 18">
            <a:extLst>
              <a:ext uri="{FF2B5EF4-FFF2-40B4-BE49-F238E27FC236}">
                <a16:creationId xmlns:a16="http://schemas.microsoft.com/office/drawing/2014/main" id="{C6A66B71-02A0-7D89-817F-52EC20E3E005}"/>
              </a:ext>
            </a:extLst>
          </p:cNvPr>
          <p:cNvGraphicFramePr>
            <a:graphicFrameLocks noGrp="1"/>
          </p:cNvGraphicFramePr>
          <p:nvPr>
            <p:extLst>
              <p:ext uri="{D42A27DB-BD31-4B8C-83A1-F6EECF244321}">
                <p14:modId xmlns:p14="http://schemas.microsoft.com/office/powerpoint/2010/main" val="208143518"/>
              </p:ext>
            </p:extLst>
          </p:nvPr>
        </p:nvGraphicFramePr>
        <p:xfrm>
          <a:off x="487960" y="3123967"/>
          <a:ext cx="10972800" cy="1783080"/>
        </p:xfrm>
        <a:graphic>
          <a:graphicData uri="http://schemas.openxmlformats.org/drawingml/2006/table">
            <a:tbl>
              <a:tblPr firstRow="1" bandRow="1">
                <a:tableStyleId>{5C22544A-7EE6-4342-B048-85BDC9FD1C3A}</a:tableStyleId>
              </a:tblPr>
              <a:tblGrid>
                <a:gridCol w="4267200">
                  <a:extLst>
                    <a:ext uri="{9D8B030D-6E8A-4147-A177-3AD203B41FA5}">
                      <a16:colId xmlns:a16="http://schemas.microsoft.com/office/drawing/2014/main" val="2143264020"/>
                    </a:ext>
                  </a:extLst>
                </a:gridCol>
                <a:gridCol w="3098800">
                  <a:extLst>
                    <a:ext uri="{9D8B030D-6E8A-4147-A177-3AD203B41FA5}">
                      <a16:colId xmlns:a16="http://schemas.microsoft.com/office/drawing/2014/main" val="694459872"/>
                    </a:ext>
                  </a:extLst>
                </a:gridCol>
                <a:gridCol w="3606800">
                  <a:extLst>
                    <a:ext uri="{9D8B030D-6E8A-4147-A177-3AD203B41FA5}">
                      <a16:colId xmlns:a16="http://schemas.microsoft.com/office/drawing/2014/main" val="1073364580"/>
                    </a:ext>
                  </a:extLst>
                </a:gridCol>
              </a:tblGrid>
              <a:tr h="533400">
                <a:tc>
                  <a:txBody>
                    <a:bodyPr/>
                    <a:lstStyle/>
                    <a:p>
                      <a:pPr algn="l"/>
                      <a:r>
                        <a:rPr lang="fr-FR" sz="2100" b="1" dirty="0">
                          <a:solidFill>
                            <a:srgbClr val="FFFFFF"/>
                          </a:solidFill>
                          <a:latin typeface="Arial" panose="020B0604020202020204" pitchFamily="34" charset="0"/>
                        </a:rPr>
                        <a:t>Extraction ResNet18</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Dimensions du vecteur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2100" b="1" dirty="0">
                          <a:solidFill>
                            <a:srgbClr val="FFFFFF"/>
                          </a:solidFill>
                          <a:latin typeface="Arial" panose="020B0604020202020204" pitchFamily="34" charset="0"/>
                        </a:rPr>
                        <a:t>ARI sur 79 labels forts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550869539"/>
                  </a:ext>
                </a:extLst>
              </a:tr>
              <a:tr h="533400">
                <a:tc>
                  <a:txBody>
                    <a:bodyPr/>
                    <a:lstStyle/>
                    <a:p>
                      <a:pPr algn="l"/>
                      <a:r>
                        <a:rPr lang="fr-FR" sz="2100" b="0" dirty="0">
                          <a:solidFill>
                            <a:srgbClr val="172F43"/>
                          </a:solidFill>
                          <a:latin typeface="Arial" panose="020B0604020202020204" pitchFamily="34" charset="0"/>
                        </a:rPr>
                        <a:t>layer4</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512</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2100" b="0" dirty="0">
                          <a:solidFill>
                            <a:srgbClr val="172F43"/>
                          </a:solidFill>
                          <a:latin typeface="Arial" panose="020B0604020202020204" pitchFamily="34" charset="0"/>
                        </a:rPr>
                        <a:t>0,3773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636863406"/>
                  </a:ext>
                </a:extLst>
              </a:tr>
              <a:tr h="533400">
                <a:tc>
                  <a:txBody>
                    <a:bodyPr/>
                    <a:lstStyle/>
                    <a:p>
                      <a:pPr algn="l"/>
                      <a:r>
                        <a:rPr lang="fr-FR" sz="2100" b="0" dirty="0">
                          <a:solidFill>
                            <a:srgbClr val="172F43"/>
                          </a:solidFill>
                          <a:latin typeface="Arial" panose="020B0604020202020204" pitchFamily="34" charset="0"/>
                        </a:rPr>
                        <a:t>Intermédiaire : layer3</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256</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2100" b="0" dirty="0">
                          <a:solidFill>
                            <a:srgbClr val="172F43"/>
                          </a:solidFill>
                          <a:latin typeface="Arial" panose="020B0604020202020204" pitchFamily="34" charset="0"/>
                        </a:rPr>
                        <a:t>0,0339</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841710738"/>
                  </a:ext>
                </a:extLst>
              </a:tr>
            </a:tbl>
          </a:graphicData>
        </a:graphic>
      </p:graphicFrame>
      <p:sp>
        <p:nvSpPr>
          <p:cNvPr id="21" name="ZoneTexte 20">
            <a:extLst>
              <a:ext uri="{FF2B5EF4-FFF2-40B4-BE49-F238E27FC236}">
                <a16:creationId xmlns:a16="http://schemas.microsoft.com/office/drawing/2014/main" id="{C7A0C462-5F5E-FE4A-80B7-54EA086F25BA}"/>
              </a:ext>
            </a:extLst>
          </p:cNvPr>
          <p:cNvSpPr txBox="1"/>
          <p:nvPr/>
        </p:nvSpPr>
        <p:spPr>
          <a:xfrm>
            <a:off x="609600" y="5410199"/>
            <a:ext cx="10972800" cy="673100"/>
          </a:xfrm>
          <a:prstGeom prst="rect">
            <a:avLst/>
          </a:prstGeom>
          <a:noFill/>
        </p:spPr>
        <p:txBody>
          <a:bodyPr vert="horz" wrap="square" lIns="0" tIns="0" rIns="0" bIns="0" rtlCol="0">
            <a:noAutofit/>
          </a:bodyPr>
          <a:lstStyle/>
          <a:p>
            <a:r>
              <a:rPr lang="fr-FR" sz="2200" b="1" dirty="0">
                <a:solidFill>
                  <a:srgbClr val="172F43"/>
                </a:solidFill>
                <a:latin typeface="Arial" panose="020B0604020202020204" pitchFamily="34" charset="0"/>
              </a:rPr>
              <a:t>Choix : conserver layer4. Son ARI montre une meilleure correspondance avec les labels connus, qui reste cependant partielle.</a:t>
            </a:r>
          </a:p>
        </p:txBody>
      </p:sp>
      <p:sp>
        <p:nvSpPr>
          <p:cNvPr id="22" name="ZoneTexte 21">
            <a:extLst>
              <a:ext uri="{FF2B5EF4-FFF2-40B4-BE49-F238E27FC236}">
                <a16:creationId xmlns:a16="http://schemas.microsoft.com/office/drawing/2014/main" id="{9A83ADCB-D1BC-5CC6-78B2-992FF80525A1}"/>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ARI : train + validation forts. Test fort exclu. L'essai layer3 sert au clustering. Les CNN apprennent sur les images.</a:t>
            </a:r>
          </a:p>
        </p:txBody>
      </p:sp>
    </p:spTree>
    <p:extLst>
      <p:ext uri="{BB962C8B-B14F-4D97-AF65-F5344CB8AC3E}">
        <p14:creationId xmlns:p14="http://schemas.microsoft.com/office/powerpoint/2010/main" val="39005186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545E38A-7D4F-CB06-5912-3926E8920717}"/>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Hyperparamètres et métriques de validation pour le CNN</a:t>
            </a:r>
          </a:p>
        </p:txBody>
      </p:sp>
      <p:cxnSp>
        <p:nvCxnSpPr>
          <p:cNvPr id="3" name="Connecteur droit 2">
            <a:extLst>
              <a:ext uri="{FF2B5EF4-FFF2-40B4-BE49-F238E27FC236}">
                <a16:creationId xmlns:a16="http://schemas.microsoft.com/office/drawing/2014/main" id="{4370FE68-C7B8-845F-2A66-E149EC30175D}"/>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4F730051-964B-277B-6028-EC5BE9B1E11C}"/>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7</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EF6033B4-61B4-2078-F835-AA0FE109DD2C}"/>
              </a:ext>
            </a:extLst>
          </p:cNvPr>
          <p:cNvSpPr txBox="1"/>
          <p:nvPr/>
        </p:nvSpPr>
        <p:spPr>
          <a:xfrm>
            <a:off x="541091" y="1536698"/>
            <a:ext cx="11165746" cy="698500"/>
          </a:xfrm>
          <a:prstGeom prst="rect">
            <a:avLst/>
          </a:prstGeom>
          <a:noFill/>
        </p:spPr>
        <p:txBody>
          <a:bodyPr vert="horz" wrap="square" lIns="0" tIns="0" rIns="0" bIns="0" rtlCol="0">
            <a:noAutofit/>
          </a:bodyPr>
          <a:lstStyle/>
          <a:p>
            <a:r>
              <a:rPr lang="fr-FR" sz="1600" dirty="0">
                <a:solidFill>
                  <a:srgbClr val="172F43"/>
                </a:solidFill>
                <a:latin typeface="Arial" panose="020B0604020202020204" pitchFamily="34" charset="0"/>
                <a:cs typeface="Arial" panose="020B0604020202020204" pitchFamily="34" charset="0"/>
              </a:rPr>
              <a:t>Choix de rechercher </a:t>
            </a:r>
            <a:r>
              <a:rPr lang="fr-FR" sz="1600" b="1" dirty="0">
                <a:solidFill>
                  <a:srgbClr val="172F43"/>
                </a:solidFill>
                <a:latin typeface="Arial" panose="020B0604020202020204" pitchFamily="34" charset="0"/>
                <a:cs typeface="Arial" panose="020B0604020202020204" pitchFamily="34" charset="0"/>
              </a:rPr>
              <a:t>un taux d’apprentissage (</a:t>
            </a:r>
            <a:r>
              <a:rPr lang="fr-FR" sz="1600" dirty="0">
                <a:latin typeface="Arial" panose="020B0604020202020204" pitchFamily="34" charset="0"/>
                <a:cs typeface="Arial" panose="020B0604020202020204" pitchFamily="34" charset="0"/>
              </a:rPr>
              <a:t>Trop grand, il peut rendre l’apprentissage instable ; trop petit, l’apprentissage avance lentement.) et le </a:t>
            </a:r>
            <a:r>
              <a:rPr lang="fr-FR" sz="1600" b="1" dirty="0">
                <a:latin typeface="Arial" panose="020B0604020202020204" pitchFamily="34" charset="0"/>
                <a:cs typeface="Arial" panose="020B0604020202020204" pitchFamily="34" charset="0"/>
              </a:rPr>
              <a:t>nombre d’époques </a:t>
            </a:r>
            <a:r>
              <a:rPr lang="fr-FR" sz="1600" dirty="0">
                <a:latin typeface="Arial" panose="020B0604020202020204" pitchFamily="34" charset="0"/>
                <a:cs typeface="Arial" panose="020B0604020202020204" pitchFamily="34" charset="0"/>
              </a:rPr>
              <a:t>(Plus d’époques permettent d’apprendre davantage, mais peuvent aussi favoriser le surapprentissage.)</a:t>
            </a:r>
            <a:endParaRPr lang="fr-FR" sz="1600" b="1" dirty="0">
              <a:solidFill>
                <a:srgbClr val="172F43"/>
              </a:solidFill>
              <a:latin typeface="Arial" panose="020B0604020202020204" pitchFamily="34" charset="0"/>
              <a:cs typeface="Arial" panose="020B0604020202020204" pitchFamily="34" charset="0"/>
            </a:endParaRPr>
          </a:p>
        </p:txBody>
      </p:sp>
      <p:graphicFrame>
        <p:nvGraphicFramePr>
          <p:cNvPr id="6" name="Tableau 5">
            <a:extLst>
              <a:ext uri="{FF2B5EF4-FFF2-40B4-BE49-F238E27FC236}">
                <a16:creationId xmlns:a16="http://schemas.microsoft.com/office/drawing/2014/main" id="{51F86641-D79E-3B19-B3A1-1AF4A0BC233F}"/>
              </a:ext>
            </a:extLst>
          </p:cNvPr>
          <p:cNvGraphicFramePr>
            <a:graphicFrameLocks noGrp="1"/>
          </p:cNvGraphicFramePr>
          <p:nvPr>
            <p:extLst>
              <p:ext uri="{D42A27DB-BD31-4B8C-83A1-F6EECF244321}">
                <p14:modId xmlns:p14="http://schemas.microsoft.com/office/powerpoint/2010/main" val="3650116825"/>
              </p:ext>
            </p:extLst>
          </p:nvPr>
        </p:nvGraphicFramePr>
        <p:xfrm>
          <a:off x="714637" y="3665519"/>
          <a:ext cx="6021314" cy="1520282"/>
        </p:xfrm>
        <a:graphic>
          <a:graphicData uri="http://schemas.openxmlformats.org/drawingml/2006/table">
            <a:tbl>
              <a:tblPr firstRow="1" bandRow="1">
                <a:tableStyleId>{5C22544A-7EE6-4342-B048-85BDC9FD1C3A}</a:tableStyleId>
              </a:tblPr>
              <a:tblGrid>
                <a:gridCol w="1362396">
                  <a:extLst>
                    <a:ext uri="{9D8B030D-6E8A-4147-A177-3AD203B41FA5}">
                      <a16:colId xmlns:a16="http://schemas.microsoft.com/office/drawing/2014/main" val="4233198716"/>
                    </a:ext>
                  </a:extLst>
                </a:gridCol>
                <a:gridCol w="1788147">
                  <a:extLst>
                    <a:ext uri="{9D8B030D-6E8A-4147-A177-3AD203B41FA5}">
                      <a16:colId xmlns:a16="http://schemas.microsoft.com/office/drawing/2014/main" val="2501521967"/>
                    </a:ext>
                  </a:extLst>
                </a:gridCol>
                <a:gridCol w="1398893">
                  <a:extLst>
                    <a:ext uri="{9D8B030D-6E8A-4147-A177-3AD203B41FA5}">
                      <a16:colId xmlns:a16="http://schemas.microsoft.com/office/drawing/2014/main" val="159582303"/>
                    </a:ext>
                  </a:extLst>
                </a:gridCol>
                <a:gridCol w="1471878">
                  <a:extLst>
                    <a:ext uri="{9D8B030D-6E8A-4147-A177-3AD203B41FA5}">
                      <a16:colId xmlns:a16="http://schemas.microsoft.com/office/drawing/2014/main" val="4124278924"/>
                    </a:ext>
                  </a:extLst>
                </a:gridCol>
              </a:tblGrid>
              <a:tr h="362042">
                <a:tc>
                  <a:txBody>
                    <a:bodyPr/>
                    <a:lstStyle/>
                    <a:p>
                      <a:pPr algn="l"/>
                      <a:r>
                        <a:rPr lang="fr-FR" sz="1400" b="1" dirty="0">
                          <a:solidFill>
                            <a:srgbClr val="FFFFFF"/>
                          </a:solidFill>
                          <a:latin typeface="Arial" panose="020B0604020202020204" pitchFamily="34" charset="0"/>
                        </a:rPr>
                        <a:t>Taux</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Époques fortes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semi</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F2 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0,5682</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0,5000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269583">
                <a:tc>
                  <a:txBody>
                    <a:bodyPr/>
                    <a:lstStyle/>
                    <a:p>
                      <a:pPr algn="l"/>
                      <a:r>
                        <a:rPr lang="fr-FR" sz="1400" b="0" dirty="0">
                          <a:solidFill>
                            <a:srgbClr val="172F43"/>
                          </a:solidFill>
                          <a:latin typeface="Arial" panose="020B0604020202020204" pitchFamily="34" charset="0"/>
                        </a:rPr>
                        <a:t>0,0001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0,5682</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0,6250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0,7143</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0,6579</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706738613"/>
                  </a:ext>
                </a:extLst>
              </a:tr>
              <a:tr h="269583">
                <a:tc>
                  <a:txBody>
                    <a:bodyPr/>
                    <a:lstStyle/>
                    <a:p>
                      <a:pPr algn="l"/>
                      <a:r>
                        <a:rPr lang="fr-FR" sz="1400" b="0" dirty="0">
                          <a:solidFill>
                            <a:srgbClr val="172F43"/>
                          </a:solidFill>
                          <a:latin typeface="Arial" panose="020B0604020202020204" pitchFamily="34" charset="0"/>
                        </a:rPr>
                        <a:t>0,001</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0,9524</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0,9756</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2583468939"/>
                  </a:ext>
                </a:extLst>
              </a:tr>
            </a:tbl>
          </a:graphicData>
        </a:graphic>
      </p:graphicFrame>
      <p:sp>
        <p:nvSpPr>
          <p:cNvPr id="7" name="ZoneTexte 6">
            <a:extLst>
              <a:ext uri="{FF2B5EF4-FFF2-40B4-BE49-F238E27FC236}">
                <a16:creationId xmlns:a16="http://schemas.microsoft.com/office/drawing/2014/main" id="{C20823FF-A546-536C-04E1-DA230236FAB5}"/>
              </a:ext>
            </a:extLst>
          </p:cNvPr>
          <p:cNvSpPr txBox="1"/>
          <p:nvPr/>
        </p:nvSpPr>
        <p:spPr>
          <a:xfrm>
            <a:off x="445627" y="5664200"/>
            <a:ext cx="9801137" cy="787400"/>
          </a:xfrm>
          <a:prstGeom prst="rect">
            <a:avLst/>
          </a:prstGeom>
          <a:noFill/>
        </p:spPr>
        <p:txBody>
          <a:bodyPr vert="horz" wrap="square" lIns="0" tIns="0" rIns="0" bIns="0" rtlCol="0">
            <a:noAutofit/>
          </a:bodyPr>
          <a:lstStyle/>
          <a:p>
            <a:r>
              <a:rPr lang="fr-FR" sz="2200" b="1" dirty="0">
                <a:solidFill>
                  <a:srgbClr val="007F82"/>
                </a:solidFill>
                <a:latin typeface="Arial" panose="020B0604020202020204" pitchFamily="34" charset="0"/>
              </a:rPr>
              <a:t>Labels faibles: utilisation de 5 époques</a:t>
            </a:r>
          </a:p>
          <a:p>
            <a:r>
              <a:rPr lang="fr-FR" sz="2200" b="1" dirty="0">
                <a:solidFill>
                  <a:srgbClr val="007F82"/>
                </a:solidFill>
                <a:latin typeface="Arial" panose="020B0604020202020204" pitchFamily="34" charset="0"/>
              </a:rPr>
              <a:t>Labels forts: Les deux recherches retiennent 0,001 et 10 époques fortes.</a:t>
            </a:r>
          </a:p>
        </p:txBody>
      </p:sp>
      <p:sp>
        <p:nvSpPr>
          <p:cNvPr id="8" name="ZoneTexte 7">
            <a:extLst>
              <a:ext uri="{FF2B5EF4-FFF2-40B4-BE49-F238E27FC236}">
                <a16:creationId xmlns:a16="http://schemas.microsoft.com/office/drawing/2014/main" id="{22D5B0BA-779E-9368-4C1B-6DD50AEAE064}"/>
              </a:ext>
            </a:extLst>
          </p:cNvPr>
          <p:cNvSpPr txBox="1"/>
          <p:nvPr/>
        </p:nvSpPr>
        <p:spPr>
          <a:xfrm>
            <a:off x="7617437" y="2713370"/>
            <a:ext cx="4089400" cy="876300"/>
          </a:xfrm>
          <a:prstGeom prst="rect">
            <a:avLst/>
          </a:prstGeom>
          <a:noFill/>
        </p:spPr>
        <p:txBody>
          <a:bodyPr vert="horz" wrap="square" lIns="0" tIns="0" rIns="0" bIns="0" rtlCol="0">
            <a:noAutofit/>
          </a:bodyPr>
          <a:lstStyle/>
          <a:p>
            <a:r>
              <a:rPr lang="fr-FR" sz="1600" b="1" dirty="0">
                <a:solidFill>
                  <a:srgbClr val="172F43"/>
                </a:solidFill>
                <a:latin typeface="Arial" panose="020B0604020202020204" pitchFamily="34" charset="0"/>
              </a:rPr>
              <a:t>Sélection : meilleur F2 sur 16 labels forts de validation. Le test final reste réservé.</a:t>
            </a:r>
          </a:p>
        </p:txBody>
      </p:sp>
      <p:sp>
        <p:nvSpPr>
          <p:cNvPr id="9" name="ZoneTexte 8">
            <a:extLst>
              <a:ext uri="{FF2B5EF4-FFF2-40B4-BE49-F238E27FC236}">
                <a16:creationId xmlns:a16="http://schemas.microsoft.com/office/drawing/2014/main" id="{EEF2DD58-E71D-4FCA-157A-DC24A3763013}"/>
              </a:ext>
            </a:extLst>
          </p:cNvPr>
          <p:cNvSpPr txBox="1"/>
          <p:nvPr/>
        </p:nvSpPr>
        <p:spPr>
          <a:xfrm>
            <a:off x="7617437" y="3386472"/>
            <a:ext cx="4089400" cy="3213100"/>
          </a:xfrm>
          <a:prstGeom prst="rect">
            <a:avLst/>
          </a:prstGeom>
          <a:noFill/>
        </p:spPr>
        <p:txBody>
          <a:bodyPr vert="horz" wrap="square" lIns="0" tIns="0" rIns="0" bIns="0" rtlCol="0">
            <a:noAutofit/>
          </a:bodyPr>
          <a:lstStyle/>
          <a:p>
            <a:r>
              <a:rPr lang="fr-FR" sz="1400" dirty="0" err="1">
                <a:solidFill>
                  <a:srgbClr val="172F43"/>
                </a:solidFill>
                <a:latin typeface="Arial" panose="020B0604020202020204" pitchFamily="34" charset="0"/>
              </a:rPr>
              <a:t>Accuracy</a:t>
            </a:r>
            <a:r>
              <a:rPr lang="fr-FR" sz="1400" dirty="0">
                <a:solidFill>
                  <a:srgbClr val="172F43"/>
                </a:solidFill>
                <a:latin typeface="Arial" panose="020B0604020202020204" pitchFamily="34" charset="0"/>
              </a:rPr>
              <a:t> : bonnes prédictions.
Précision : fiabilité des prédictions cancer.
Rappel : cancers reconnus.
F1 : équilibre précision/rappel.
F2 : davantage de poids au rappel.</a:t>
            </a:r>
          </a:p>
        </p:txBody>
      </p:sp>
      <p:graphicFrame>
        <p:nvGraphicFramePr>
          <p:cNvPr id="10" name="Tableau 9">
            <a:extLst>
              <a:ext uri="{FF2B5EF4-FFF2-40B4-BE49-F238E27FC236}">
                <a16:creationId xmlns:a16="http://schemas.microsoft.com/office/drawing/2014/main" id="{84D73BD3-B689-C205-2C99-2191E0D27B29}"/>
              </a:ext>
            </a:extLst>
          </p:cNvPr>
          <p:cNvGraphicFramePr>
            <a:graphicFrameLocks noGrp="1"/>
          </p:cNvGraphicFramePr>
          <p:nvPr>
            <p:extLst>
              <p:ext uri="{D42A27DB-BD31-4B8C-83A1-F6EECF244321}">
                <p14:modId xmlns:p14="http://schemas.microsoft.com/office/powerpoint/2010/main" val="3998956527"/>
              </p:ext>
            </p:extLst>
          </p:nvPr>
        </p:nvGraphicFramePr>
        <p:xfrm>
          <a:off x="1893115" y="2517621"/>
          <a:ext cx="3916651" cy="881060"/>
        </p:xfrm>
        <a:graphic>
          <a:graphicData uri="http://schemas.openxmlformats.org/drawingml/2006/table">
            <a:tbl>
              <a:tblPr firstRow="1" bandRow="1">
                <a:tableStyleId>{5C22544A-7EE6-4342-B048-85BDC9FD1C3A}</a:tableStyleId>
              </a:tblPr>
              <a:tblGrid>
                <a:gridCol w="2197510">
                  <a:extLst>
                    <a:ext uri="{9D8B030D-6E8A-4147-A177-3AD203B41FA5}">
                      <a16:colId xmlns:a16="http://schemas.microsoft.com/office/drawing/2014/main" val="2501521967"/>
                    </a:ext>
                  </a:extLst>
                </a:gridCol>
                <a:gridCol w="1719141">
                  <a:extLst>
                    <a:ext uri="{9D8B030D-6E8A-4147-A177-3AD203B41FA5}">
                      <a16:colId xmlns:a16="http://schemas.microsoft.com/office/drawing/2014/main" val="159582303"/>
                    </a:ext>
                  </a:extLst>
                </a:gridCol>
              </a:tblGrid>
              <a:tr h="301940">
                <a:tc>
                  <a:txBody>
                    <a:bodyPr/>
                    <a:lstStyle/>
                    <a:p>
                      <a:pPr algn="ctr"/>
                      <a:r>
                        <a:rPr lang="fr-FR" sz="1400" b="1" dirty="0">
                          <a:solidFill>
                            <a:srgbClr val="FFFFFF"/>
                          </a:solidFill>
                          <a:latin typeface="Arial" panose="020B0604020202020204" pitchFamily="34" charset="0"/>
                        </a:rPr>
                        <a:t>Époques faibles</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solidFill>
                      <a:srgbClr val="172F43"/>
                    </a:solidFill>
                  </a:tcPr>
                </a:tc>
                <a:tc>
                  <a:txBody>
                    <a:bodyPr/>
                    <a:lstStyle/>
                    <a:p>
                      <a:pPr algn="ctr"/>
                      <a:r>
                        <a:rPr lang="fr-FR" sz="1400" b="1" dirty="0" err="1">
                          <a:solidFill>
                            <a:srgbClr val="FFFFFF"/>
                          </a:solidFill>
                          <a:latin typeface="Arial" panose="020B0604020202020204" pitchFamily="34" charset="0"/>
                        </a:rPr>
                        <a:t>Accuracy</a:t>
                      </a:r>
                      <a:endParaRPr lang="fr-FR" sz="1400" b="1" dirty="0">
                        <a:solidFill>
                          <a:srgbClr val="FFFFFF"/>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2679118312"/>
                  </a:ext>
                </a:extLst>
              </a:tr>
              <a:tr h="198411">
                <a:tc>
                  <a:txBody>
                    <a:bodyPr/>
                    <a:lstStyle/>
                    <a:p>
                      <a:pPr algn="ctr"/>
                      <a:r>
                        <a:rPr lang="fr-FR" sz="1400" b="0" dirty="0">
                          <a:solidFill>
                            <a:srgbClr val="172F43"/>
                          </a:solidFill>
                          <a:latin typeface="Arial" panose="020B0604020202020204" pitchFamily="34" charset="0"/>
                        </a:rPr>
                        <a:t>5</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DF3F5"/>
                    </a:solidFill>
                  </a:tcPr>
                </a:tc>
                <a:tc>
                  <a:txBody>
                    <a:bodyPr/>
                    <a:lstStyle/>
                    <a:p>
                      <a:pPr algn="ctr"/>
                      <a:r>
                        <a:rPr lang="fr-FR" sz="1400" b="0">
                          <a:solidFill>
                            <a:srgbClr val="172F43"/>
                          </a:solidFill>
                          <a:latin typeface="Arial" panose="020B0604020202020204" pitchFamily="34" charset="0"/>
                        </a:rPr>
                        <a:t>1,0000</a:t>
                      </a:r>
                      <a:endParaRPr lang="fr-FR" sz="14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456676321"/>
                  </a:ext>
                </a:extLst>
              </a:tr>
              <a:tr h="198411">
                <a:tc>
                  <a:txBody>
                    <a:bodyPr/>
                    <a:lstStyle/>
                    <a:p>
                      <a:pPr algn="ctr"/>
                      <a:r>
                        <a:rPr lang="fr-FR" sz="1400" b="0" dirty="0">
                          <a:solidFill>
                            <a:srgbClr val="172F43"/>
                          </a:solidFill>
                          <a:latin typeface="Arial" panose="020B0604020202020204" pitchFamily="34" charset="0"/>
                        </a:rPr>
                        <a:t>10</a:t>
                      </a:r>
                    </a:p>
                  </a:txBody>
                  <a:tcPr marL="101600" marR="88900" marT="38100" marB="38100" anchor="ctr">
                    <a:lnL w="12700" cmpd="sng">
                      <a:solidFill>
                        <a:srgbClr val="FFFFFF"/>
                      </a:solidFill>
                    </a:lnL>
                    <a:lnR w="12700" cmpd="sng">
                      <a:solidFill>
                        <a:srgbClr val="FFFFFF"/>
                      </a:solid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ctr"/>
                      <a:r>
                        <a:rPr lang="fr-FR" sz="1400" b="0" dirty="0">
                          <a:solidFill>
                            <a:srgbClr val="172F43"/>
                          </a:solidFill>
                          <a:latin typeface="Arial" panose="020B0604020202020204" pitchFamily="34" charset="0"/>
                        </a:rPr>
                        <a:t>1,0000</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429823631"/>
                  </a:ext>
                </a:extLst>
              </a:tr>
            </a:tbl>
          </a:graphicData>
        </a:graphic>
      </p:graphicFrame>
    </p:spTree>
    <p:extLst>
      <p:ext uri="{BB962C8B-B14F-4D97-AF65-F5344CB8AC3E}">
        <p14:creationId xmlns:p14="http://schemas.microsoft.com/office/powerpoint/2010/main" val="22575141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22960409-6578-1A34-D375-DF1904302EBD}"/>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Comparaison des deux entraînements CNN</a:t>
            </a:r>
          </a:p>
        </p:txBody>
      </p:sp>
      <p:cxnSp>
        <p:nvCxnSpPr>
          <p:cNvPr id="3" name="Connecteur droit 2">
            <a:extLst>
              <a:ext uri="{FF2B5EF4-FFF2-40B4-BE49-F238E27FC236}">
                <a16:creationId xmlns:a16="http://schemas.microsoft.com/office/drawing/2014/main" id="{E5A70077-E90C-F83E-C42E-EE8D4DBE781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A4CAF69D-116F-6653-8432-E14D254341B9}"/>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a:solidFill>
                  <a:srgbClr val="536473"/>
                </a:solidFill>
                <a:latin typeface="Arial" panose="020B0604020202020204" pitchFamily="34" charset="0"/>
              </a:rPr>
              <a:t>8</a:t>
            </a:r>
            <a:endParaRPr lang="fr-FR" sz="1200" dirty="0">
              <a:solidFill>
                <a:srgbClr val="536473"/>
              </a:solidFill>
              <a:latin typeface="Arial" panose="020B0604020202020204" pitchFamily="34" charset="0"/>
            </a:endParaRPr>
          </a:p>
        </p:txBody>
      </p:sp>
      <p:sp>
        <p:nvSpPr>
          <p:cNvPr id="5" name="ZoneTexte 4">
            <a:extLst>
              <a:ext uri="{FF2B5EF4-FFF2-40B4-BE49-F238E27FC236}">
                <a16:creationId xmlns:a16="http://schemas.microsoft.com/office/drawing/2014/main" id="{60354E76-FE73-FBBD-D6B6-D6DD817CBCD8}"/>
              </a:ext>
            </a:extLst>
          </p:cNvPr>
          <p:cNvSpPr txBox="1"/>
          <p:nvPr/>
        </p:nvSpPr>
        <p:spPr>
          <a:xfrm>
            <a:off x="609600" y="1765299"/>
            <a:ext cx="3048000" cy="381000"/>
          </a:xfrm>
          <a:prstGeom prst="rect">
            <a:avLst/>
          </a:prstGeom>
          <a:noFill/>
        </p:spPr>
        <p:txBody>
          <a:bodyPr vert="horz" wrap="square" lIns="0" tIns="0" rIns="0" bIns="0" rtlCol="0">
            <a:noAutofit/>
          </a:bodyPr>
          <a:lstStyle/>
          <a:p>
            <a:r>
              <a:rPr lang="fr-FR" sz="2400" b="1" dirty="0">
                <a:solidFill>
                  <a:srgbClr val="007F82"/>
                </a:solidFill>
                <a:latin typeface="Arial" panose="020B0604020202020204" pitchFamily="34" charset="0"/>
              </a:rPr>
              <a:t>Semi-supervisé</a:t>
            </a:r>
          </a:p>
        </p:txBody>
      </p:sp>
      <p:sp>
        <p:nvSpPr>
          <p:cNvPr id="6" name="Rectangle 5">
            <a:extLst>
              <a:ext uri="{FF2B5EF4-FFF2-40B4-BE49-F238E27FC236}">
                <a16:creationId xmlns:a16="http://schemas.microsoft.com/office/drawing/2014/main" id="{E220616A-8708-2204-9EEC-A00FA11AB179}"/>
              </a:ext>
            </a:extLst>
          </p:cNvPr>
          <p:cNvSpPr/>
          <p:nvPr/>
        </p:nvSpPr>
        <p:spPr>
          <a:xfrm>
            <a:off x="6096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1 048 labels faibles
5 époques</a:t>
            </a:r>
          </a:p>
        </p:txBody>
      </p:sp>
      <p:sp>
        <p:nvSpPr>
          <p:cNvPr id="7" name="Rectangle 6">
            <a:extLst>
              <a:ext uri="{FF2B5EF4-FFF2-40B4-BE49-F238E27FC236}">
                <a16:creationId xmlns:a16="http://schemas.microsoft.com/office/drawing/2014/main" id="{594B8D93-6619-EDF5-46CD-81E300A69D99}"/>
              </a:ext>
            </a:extLst>
          </p:cNvPr>
          <p:cNvSpPr/>
          <p:nvPr/>
        </p:nvSpPr>
        <p:spPr>
          <a:xfrm>
            <a:off x="4635500" y="2349500"/>
            <a:ext cx="3048000" cy="1054100"/>
          </a:xfrm>
          <a:prstGeom prst="rect">
            <a:avLst/>
          </a:prstGeom>
          <a:solidFill>
            <a:srgbClr val="FFFFFF"/>
          </a:solidFill>
          <a:ln w="19050">
            <a:solidFill>
              <a:srgbClr val="007F82"/>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cxnSp>
        <p:nvCxnSpPr>
          <p:cNvPr id="8" name="Connecteur droit avec flèche 7">
            <a:extLst>
              <a:ext uri="{FF2B5EF4-FFF2-40B4-BE49-F238E27FC236}">
                <a16:creationId xmlns:a16="http://schemas.microsoft.com/office/drawing/2014/main" id="{CF1F93E9-3DEA-E60D-B565-582F240CE19F}"/>
              </a:ext>
            </a:extLst>
          </p:cNvPr>
          <p:cNvCxnSpPr/>
          <p:nvPr/>
        </p:nvCxnSpPr>
        <p:spPr>
          <a:xfrm>
            <a:off x="3759200" y="2870200"/>
            <a:ext cx="7747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sp>
        <p:nvSpPr>
          <p:cNvPr id="9" name="ZoneTexte 8">
            <a:extLst>
              <a:ext uri="{FF2B5EF4-FFF2-40B4-BE49-F238E27FC236}">
                <a16:creationId xmlns:a16="http://schemas.microsoft.com/office/drawing/2014/main" id="{06B3D18E-5032-2D9C-DABB-1FF7E3BB0FF0}"/>
              </a:ext>
            </a:extLst>
          </p:cNvPr>
          <p:cNvSpPr txBox="1"/>
          <p:nvPr/>
        </p:nvSpPr>
        <p:spPr>
          <a:xfrm>
            <a:off x="609600" y="3581399"/>
            <a:ext cx="7162800" cy="736600"/>
          </a:xfrm>
          <a:prstGeom prst="rect">
            <a:avLst/>
          </a:prstGeom>
          <a:noFill/>
        </p:spPr>
        <p:txBody>
          <a:bodyPr vert="horz" wrap="square" lIns="0" tIns="0" rIns="0" bIns="0" rtlCol="0">
            <a:noAutofit/>
          </a:bodyPr>
          <a:lstStyle/>
          <a:p>
            <a:r>
              <a:rPr lang="fr-FR" sz="1700">
                <a:solidFill>
                  <a:srgbClr val="172F43"/>
                </a:solidFill>
                <a:latin typeface="Arial" panose="020B0604020202020204" pitchFamily="34" charset="0"/>
              </a:rPr>
              <a:t>Le même CNN poursuit son entraînement.
Test faible : accuracy de 0,977 sur 263 images (labels faibles).</a:t>
            </a:r>
            <a:endParaRPr lang="fr-FR" sz="1700" dirty="0">
              <a:solidFill>
                <a:srgbClr val="172F43"/>
              </a:solidFill>
              <a:latin typeface="Arial" panose="020B0604020202020204" pitchFamily="34" charset="0"/>
            </a:endParaRPr>
          </a:p>
        </p:txBody>
      </p:sp>
      <p:sp>
        <p:nvSpPr>
          <p:cNvPr id="10" name="ZoneTexte 9">
            <a:extLst>
              <a:ext uri="{FF2B5EF4-FFF2-40B4-BE49-F238E27FC236}">
                <a16:creationId xmlns:a16="http://schemas.microsoft.com/office/drawing/2014/main" id="{93D4A093-9DC1-429E-46CA-C995C71A31ED}"/>
              </a:ext>
            </a:extLst>
          </p:cNvPr>
          <p:cNvSpPr txBox="1"/>
          <p:nvPr/>
        </p:nvSpPr>
        <p:spPr>
          <a:xfrm>
            <a:off x="609600" y="4457699"/>
            <a:ext cx="3048000" cy="381000"/>
          </a:xfrm>
          <a:prstGeom prst="rect">
            <a:avLst/>
          </a:prstGeom>
          <a:noFill/>
        </p:spPr>
        <p:txBody>
          <a:bodyPr vert="horz" wrap="square" lIns="0" tIns="0" rIns="0" bIns="0" rtlCol="0">
            <a:noAutofit/>
          </a:bodyPr>
          <a:lstStyle/>
          <a:p>
            <a:r>
              <a:rPr lang="fr-FR" sz="2400" b="1" dirty="0">
                <a:solidFill>
                  <a:srgbClr val="3978A9"/>
                </a:solidFill>
                <a:latin typeface="Arial" panose="020B0604020202020204" pitchFamily="34" charset="0"/>
              </a:rPr>
              <a:t>Supervisé</a:t>
            </a:r>
          </a:p>
        </p:txBody>
      </p:sp>
      <p:sp>
        <p:nvSpPr>
          <p:cNvPr id="11" name="Rectangle 10">
            <a:extLst>
              <a:ext uri="{FF2B5EF4-FFF2-40B4-BE49-F238E27FC236}">
                <a16:creationId xmlns:a16="http://schemas.microsoft.com/office/drawing/2014/main" id="{2501DA3A-493A-1063-66DF-5F10F5F1EE1B}"/>
              </a:ext>
            </a:extLst>
          </p:cNvPr>
          <p:cNvSpPr/>
          <p:nvPr/>
        </p:nvSpPr>
        <p:spPr>
          <a:xfrm>
            <a:off x="4635500" y="4343400"/>
            <a:ext cx="3048000" cy="1054100"/>
          </a:xfrm>
          <a:prstGeom prst="rect">
            <a:avLst/>
          </a:prstGeom>
          <a:solidFill>
            <a:srgbClr val="FFFFFF"/>
          </a:solidFill>
          <a:ln w="19050">
            <a:solidFill>
              <a:srgbClr val="3978A9"/>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000" dirty="0">
                <a:solidFill>
                  <a:srgbClr val="172F43"/>
                </a:solidFill>
                <a:latin typeface="Arial" panose="020B0604020202020204" pitchFamily="34" charset="0"/>
              </a:rPr>
              <a:t>63 labels forts
10 époques</a:t>
            </a:r>
          </a:p>
        </p:txBody>
      </p:sp>
      <p:sp>
        <p:nvSpPr>
          <p:cNvPr id="12" name="Rectangle 11">
            <a:extLst>
              <a:ext uri="{FF2B5EF4-FFF2-40B4-BE49-F238E27FC236}">
                <a16:creationId xmlns:a16="http://schemas.microsoft.com/office/drawing/2014/main" id="{3E4C6E4C-968D-ED60-4CFA-BFC891A932E0}"/>
              </a:ext>
            </a:extLst>
          </p:cNvPr>
          <p:cNvSpPr/>
          <p:nvPr/>
        </p:nvSpPr>
        <p:spPr>
          <a:xfrm>
            <a:off x="8940800" y="3213100"/>
            <a:ext cx="2641600" cy="1282700"/>
          </a:xfrm>
          <a:prstGeom prst="rect">
            <a:avLst/>
          </a:prstGeom>
          <a:solidFill>
            <a:srgbClr val="FFFFFF"/>
          </a:solidFill>
          <a:ln w="19050">
            <a:solidFill>
              <a:srgbClr val="172F43"/>
            </a:solidFill>
          </a:ln>
        </p:spPr>
        <p:style>
          <a:lnRef idx="2">
            <a:schemeClr val="accent1">
              <a:shade val="15000"/>
            </a:schemeClr>
          </a:lnRef>
          <a:fillRef idx="1">
            <a:schemeClr val="accent1"/>
          </a:fillRef>
          <a:effectRef idx="0">
            <a:schemeClr val="accent1"/>
          </a:effectRef>
          <a:fontRef idx="minor">
            <a:schemeClr val="lt1"/>
          </a:fontRef>
        </p:style>
        <p:txBody>
          <a:bodyPr wrap="square" lIns="127000" tIns="76200" rIns="127000" bIns="76200" rtlCol="0" anchor="ctr">
            <a:noAutofit/>
          </a:bodyPr>
          <a:lstStyle/>
          <a:p>
            <a:pPr algn="ctr"/>
            <a:r>
              <a:rPr lang="fr-FR" sz="2300" dirty="0">
                <a:solidFill>
                  <a:srgbClr val="172F43"/>
                </a:solidFill>
                <a:latin typeface="Arial" panose="020B0604020202020204" pitchFamily="34" charset="0"/>
              </a:rPr>
              <a:t>Même test fort
20 images</a:t>
            </a:r>
          </a:p>
        </p:txBody>
      </p:sp>
      <p:cxnSp>
        <p:nvCxnSpPr>
          <p:cNvPr id="13" name="Connecteur droit 12">
            <a:extLst>
              <a:ext uri="{FF2B5EF4-FFF2-40B4-BE49-F238E27FC236}">
                <a16:creationId xmlns:a16="http://schemas.microsoft.com/office/drawing/2014/main" id="{645A61C7-4FAD-4020-5AF0-32F0DD697F13}"/>
              </a:ext>
            </a:extLst>
          </p:cNvPr>
          <p:cNvCxnSpPr/>
          <p:nvPr/>
        </p:nvCxnSpPr>
        <p:spPr>
          <a:xfrm>
            <a:off x="7785100" y="2870200"/>
            <a:ext cx="1054100" cy="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4" name="Connecteur droit 13">
            <a:extLst>
              <a:ext uri="{FF2B5EF4-FFF2-40B4-BE49-F238E27FC236}">
                <a16:creationId xmlns:a16="http://schemas.microsoft.com/office/drawing/2014/main" id="{9CBEC7BF-1207-5EFD-E657-925BAE86AA0F}"/>
              </a:ext>
            </a:extLst>
          </p:cNvPr>
          <p:cNvCxnSpPr/>
          <p:nvPr/>
        </p:nvCxnSpPr>
        <p:spPr>
          <a:xfrm>
            <a:off x="8839200" y="2870200"/>
            <a:ext cx="0" cy="647700"/>
          </a:xfrm>
          <a:prstGeom prst="line">
            <a:avLst/>
          </a:prstGeom>
          <a:ln w="25400">
            <a:solidFill>
              <a:srgbClr val="007F82"/>
            </a:solidFill>
          </a:ln>
        </p:spPr>
        <p:style>
          <a:lnRef idx="2">
            <a:schemeClr val="accent1"/>
          </a:lnRef>
          <a:fillRef idx="0">
            <a:schemeClr val="accent1"/>
          </a:fillRef>
          <a:effectRef idx="1">
            <a:schemeClr val="accent1"/>
          </a:effectRef>
          <a:fontRef idx="minor">
            <a:schemeClr val="tx1"/>
          </a:fontRef>
        </p:style>
      </p:cxnSp>
      <p:cxnSp>
        <p:nvCxnSpPr>
          <p:cNvPr id="15" name="Connecteur droit avec flèche 14">
            <a:extLst>
              <a:ext uri="{FF2B5EF4-FFF2-40B4-BE49-F238E27FC236}">
                <a16:creationId xmlns:a16="http://schemas.microsoft.com/office/drawing/2014/main" id="{E5766D1C-61BA-22E5-44F3-30E8E1313B86}"/>
              </a:ext>
            </a:extLst>
          </p:cNvPr>
          <p:cNvCxnSpPr/>
          <p:nvPr/>
        </p:nvCxnSpPr>
        <p:spPr>
          <a:xfrm>
            <a:off x="8839200" y="3517900"/>
            <a:ext cx="101600" cy="0"/>
          </a:xfrm>
          <a:prstGeom prst="straightConnector1">
            <a:avLst/>
          </a:prstGeom>
          <a:ln w="25400">
            <a:solidFill>
              <a:srgbClr val="007F82"/>
            </a:solidFill>
            <a:tailEnd type="arrow"/>
          </a:ln>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AA5FEB85-8989-8E30-7C6E-C03654835185}"/>
              </a:ext>
            </a:extLst>
          </p:cNvPr>
          <p:cNvCxnSpPr/>
          <p:nvPr/>
        </p:nvCxnSpPr>
        <p:spPr>
          <a:xfrm>
            <a:off x="7785100" y="4864100"/>
            <a:ext cx="1054100" cy="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7" name="Connecteur droit 16">
            <a:extLst>
              <a:ext uri="{FF2B5EF4-FFF2-40B4-BE49-F238E27FC236}">
                <a16:creationId xmlns:a16="http://schemas.microsoft.com/office/drawing/2014/main" id="{379B5772-D5BB-FBB0-BC76-DA36300F07B2}"/>
              </a:ext>
            </a:extLst>
          </p:cNvPr>
          <p:cNvCxnSpPr/>
          <p:nvPr/>
        </p:nvCxnSpPr>
        <p:spPr>
          <a:xfrm flipV="1">
            <a:off x="8839200" y="4178300"/>
            <a:ext cx="0" cy="685800"/>
          </a:xfrm>
          <a:prstGeom prst="line">
            <a:avLst/>
          </a:prstGeom>
          <a:ln w="25400">
            <a:solidFill>
              <a:srgbClr val="3978A9"/>
            </a:solidFill>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1839F0DC-3399-C87C-ED32-E0AC0D3722A2}"/>
              </a:ext>
            </a:extLst>
          </p:cNvPr>
          <p:cNvCxnSpPr/>
          <p:nvPr/>
        </p:nvCxnSpPr>
        <p:spPr>
          <a:xfrm>
            <a:off x="8839200" y="4178300"/>
            <a:ext cx="101600" cy="0"/>
          </a:xfrm>
          <a:prstGeom prst="straightConnector1">
            <a:avLst/>
          </a:prstGeom>
          <a:ln w="25400">
            <a:solidFill>
              <a:srgbClr val="3978A9"/>
            </a:solidFill>
            <a:tailEnd type="arrow"/>
          </a:ln>
        </p:spPr>
        <p:style>
          <a:lnRef idx="2">
            <a:schemeClr val="accent1"/>
          </a:lnRef>
          <a:fillRef idx="0">
            <a:schemeClr val="accent1"/>
          </a:fillRef>
          <a:effectRef idx="1">
            <a:schemeClr val="accent1"/>
          </a:effectRef>
          <a:fontRef idx="minor">
            <a:schemeClr val="tx1"/>
          </a:fontRef>
        </p:style>
      </p:cxnSp>
      <p:sp>
        <p:nvSpPr>
          <p:cNvPr id="19" name="ZoneTexte 18">
            <a:extLst>
              <a:ext uri="{FF2B5EF4-FFF2-40B4-BE49-F238E27FC236}">
                <a16:creationId xmlns:a16="http://schemas.microsoft.com/office/drawing/2014/main" id="{9CCF1066-51E3-57BB-7C90-A4ED090568B7}"/>
              </a:ext>
            </a:extLst>
          </p:cNvPr>
          <p:cNvSpPr txBox="1"/>
          <p:nvPr/>
        </p:nvSpPr>
        <p:spPr>
          <a:xfrm>
            <a:off x="609600" y="5740399"/>
            <a:ext cx="10972800" cy="622300"/>
          </a:xfrm>
          <a:prstGeom prst="rect">
            <a:avLst/>
          </a:prstGeom>
          <a:noFill/>
        </p:spPr>
        <p:txBody>
          <a:bodyPr vert="horz" wrap="square" lIns="0" tIns="0" rIns="0" bIns="0" rtlCol="0">
            <a:noAutofit/>
          </a:bodyPr>
          <a:lstStyle/>
          <a:p>
            <a:r>
              <a:rPr lang="fr-FR" sz="1900" dirty="0">
                <a:solidFill>
                  <a:srgbClr val="172F43"/>
                </a:solidFill>
                <a:latin typeface="Arial" panose="020B0604020202020204" pitchFamily="34" charset="0"/>
              </a:rPr>
              <a:t>ResNet18 </a:t>
            </a:r>
            <a:r>
              <a:rPr lang="fr-FR" sz="2000" dirty="0"/>
              <a:t>conserve ses paramètres </a:t>
            </a:r>
            <a:r>
              <a:rPr lang="fr-FR" sz="1900" dirty="0">
                <a:solidFill>
                  <a:srgbClr val="172F43"/>
                </a:solidFill>
                <a:latin typeface="Arial" panose="020B0604020202020204" pitchFamily="34" charset="0"/>
              </a:rPr>
              <a:t>pré-entraînés, ses couches sont gelées. </a:t>
            </a:r>
            <a:r>
              <a:rPr lang="fr-FR" sz="2000" dirty="0"/>
              <a:t>taux de 0,001 pour les trois phases. Seule sa dernière couche est entraînée pour classer les images en deux catégories</a:t>
            </a:r>
            <a:r>
              <a:rPr lang="fr-FR" sz="1900" dirty="0">
                <a:solidFill>
                  <a:srgbClr val="172F43"/>
                </a:solidFill>
                <a:latin typeface="Arial" panose="020B0604020202020204" pitchFamily="34" charset="0"/>
              </a:rPr>
              <a:t>.</a:t>
            </a:r>
          </a:p>
        </p:txBody>
      </p:sp>
    </p:spTree>
    <p:extLst>
      <p:ext uri="{BB962C8B-B14F-4D97-AF65-F5344CB8AC3E}">
        <p14:creationId xmlns:p14="http://schemas.microsoft.com/office/powerpoint/2010/main" val="41616039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0A2645AF-5780-4192-E429-9C1959FACFBE}"/>
              </a:ext>
            </a:extLst>
          </p:cNvPr>
          <p:cNvSpPr txBox="1"/>
          <p:nvPr/>
        </p:nvSpPr>
        <p:spPr>
          <a:xfrm>
            <a:off x="609600" y="380999"/>
            <a:ext cx="109982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Résultats sur les mêmes 20 images de test</a:t>
            </a:r>
          </a:p>
        </p:txBody>
      </p:sp>
      <p:cxnSp>
        <p:nvCxnSpPr>
          <p:cNvPr id="3" name="Connecteur droit 2">
            <a:extLst>
              <a:ext uri="{FF2B5EF4-FFF2-40B4-BE49-F238E27FC236}">
                <a16:creationId xmlns:a16="http://schemas.microsoft.com/office/drawing/2014/main" id="{6AB0FD6F-6968-1F4F-B24F-3B5330A3BABC}"/>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55D5F9DA-200D-B4C1-719C-7E0BC83AE0D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9</a:t>
            </a:r>
          </a:p>
        </p:txBody>
      </p:sp>
      <p:graphicFrame>
        <p:nvGraphicFramePr>
          <p:cNvPr id="5" name="Tableau 4">
            <a:extLst>
              <a:ext uri="{FF2B5EF4-FFF2-40B4-BE49-F238E27FC236}">
                <a16:creationId xmlns:a16="http://schemas.microsoft.com/office/drawing/2014/main" id="{D4A386C1-945A-F35C-EC54-387A1A9323D1}"/>
              </a:ext>
            </a:extLst>
          </p:cNvPr>
          <p:cNvGraphicFramePr>
            <a:graphicFrameLocks noGrp="1"/>
          </p:cNvGraphicFramePr>
          <p:nvPr>
            <p:extLst>
              <p:ext uri="{D42A27DB-BD31-4B8C-83A1-F6EECF244321}">
                <p14:modId xmlns:p14="http://schemas.microsoft.com/office/powerpoint/2010/main" val="2684526821"/>
              </p:ext>
            </p:extLst>
          </p:nvPr>
        </p:nvGraphicFramePr>
        <p:xfrm>
          <a:off x="609600" y="1854200"/>
          <a:ext cx="5715000" cy="3059005"/>
        </p:xfrm>
        <a:graphic>
          <a:graphicData uri="http://schemas.openxmlformats.org/drawingml/2006/table">
            <a:tbl>
              <a:tblPr firstRow="1" bandRow="1">
                <a:tableStyleId>{5C22544A-7EE6-4342-B048-85BDC9FD1C3A}</a:tableStyleId>
              </a:tblPr>
              <a:tblGrid>
                <a:gridCol w="2311400">
                  <a:extLst>
                    <a:ext uri="{9D8B030D-6E8A-4147-A177-3AD203B41FA5}">
                      <a16:colId xmlns:a16="http://schemas.microsoft.com/office/drawing/2014/main" val="3706412043"/>
                    </a:ext>
                  </a:extLst>
                </a:gridCol>
                <a:gridCol w="1828800">
                  <a:extLst>
                    <a:ext uri="{9D8B030D-6E8A-4147-A177-3AD203B41FA5}">
                      <a16:colId xmlns:a16="http://schemas.microsoft.com/office/drawing/2014/main" val="1890480091"/>
                    </a:ext>
                  </a:extLst>
                </a:gridCol>
                <a:gridCol w="1574800">
                  <a:extLst>
                    <a:ext uri="{9D8B030D-6E8A-4147-A177-3AD203B41FA5}">
                      <a16:colId xmlns:a16="http://schemas.microsoft.com/office/drawing/2014/main" val="3753036909"/>
                    </a:ext>
                  </a:extLst>
                </a:gridCol>
              </a:tblGrid>
              <a:tr h="486833">
                <a:tc>
                  <a:txBody>
                    <a:bodyPr/>
                    <a:lstStyle/>
                    <a:p>
                      <a:pPr algn="l"/>
                      <a:r>
                        <a:rPr lang="fr-FR" sz="1800" b="1" dirty="0">
                          <a:solidFill>
                            <a:srgbClr val="FFFFFF"/>
                          </a:solidFill>
                          <a:latin typeface="Arial" panose="020B0604020202020204" pitchFamily="34" charset="0"/>
                        </a:rPr>
                        <a:t>Métrique</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Semi-supervisé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800" b="1" dirty="0">
                          <a:solidFill>
                            <a:srgbClr val="FFFFFF"/>
                          </a:solidFill>
                          <a:latin typeface="Arial" panose="020B0604020202020204" pitchFamily="34" charset="0"/>
                        </a:rPr>
                        <a:t>Supervisé</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234718832"/>
                  </a:ext>
                </a:extLst>
              </a:tr>
              <a:tr h="486833">
                <a:tc>
                  <a:txBody>
                    <a:bodyPr/>
                    <a:lstStyle/>
                    <a:p>
                      <a:pPr algn="l"/>
                      <a:r>
                        <a:rPr lang="fr-FR" sz="1800" b="0" dirty="0" err="1">
                          <a:solidFill>
                            <a:srgbClr val="172F43"/>
                          </a:solidFill>
                          <a:latin typeface="Arial" panose="020B0604020202020204" pitchFamily="34" charset="0"/>
                        </a:rPr>
                        <a:t>Accuracy</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0,850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601245733"/>
                  </a:ext>
                </a:extLst>
              </a:tr>
              <a:tr h="486833">
                <a:tc>
                  <a:txBody>
                    <a:bodyPr/>
                    <a:lstStyle/>
                    <a:p>
                      <a:pPr algn="l"/>
                      <a:r>
                        <a:rPr lang="fr-FR" sz="1800" b="0" dirty="0">
                          <a:solidFill>
                            <a:srgbClr val="172F43"/>
                          </a:solidFill>
                          <a:latin typeface="Arial" panose="020B0604020202020204" pitchFamily="34" charset="0"/>
                        </a:rPr>
                        <a:t>F1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0,842</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368121677"/>
                  </a:ext>
                </a:extLst>
              </a:tr>
              <a:tr h="486833">
                <a:tc>
                  <a:txBody>
                    <a:bodyPr/>
                    <a:lstStyle/>
                    <a:p>
                      <a:pPr algn="l"/>
                      <a:r>
                        <a:rPr lang="fr-FR" sz="1800" b="0" dirty="0">
                          <a:solidFill>
                            <a:srgbClr val="172F43"/>
                          </a:solidFill>
                          <a:latin typeface="Arial" panose="020B0604020202020204" pitchFamily="34" charset="0"/>
                        </a:rPr>
                        <a:t>Précision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0,889</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813644396"/>
                  </a:ext>
                </a:extLst>
              </a:tr>
              <a:tr h="486833">
                <a:tc>
                  <a:txBody>
                    <a:bodyPr/>
                    <a:lstStyle/>
                    <a:p>
                      <a:pPr algn="l"/>
                      <a:r>
                        <a:rPr lang="fr-FR" sz="1800" b="0" dirty="0">
                          <a:solidFill>
                            <a:srgbClr val="172F43"/>
                          </a:solidFill>
                          <a:latin typeface="Arial" panose="020B0604020202020204" pitchFamily="34" charset="0"/>
                        </a:rPr>
                        <a:t>Rappel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0,800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475249337"/>
                  </a:ext>
                </a:extLst>
              </a:tr>
              <a:tr h="486833">
                <a:tc>
                  <a:txBody>
                    <a:bodyPr/>
                    <a:lstStyle/>
                    <a:p>
                      <a:pPr algn="l"/>
                      <a:r>
                        <a:rPr lang="fr-FR" sz="1800" b="0" dirty="0">
                          <a:solidFill>
                            <a:srgbClr val="172F43"/>
                          </a:solidFill>
                          <a:latin typeface="Arial" panose="020B0604020202020204" pitchFamily="34" charset="0"/>
                        </a:rPr>
                        <a:t>F2 cancer</a:t>
                      </a: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0,816</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800" b="0">
                          <a:solidFill>
                            <a:srgbClr val="172F43"/>
                          </a:solidFill>
                          <a:latin typeface="Arial" panose="020B0604020202020204" pitchFamily="34" charset="0"/>
                        </a:rPr>
                        <a:t>0,900</a:t>
                      </a:r>
                      <a:endParaRPr lang="fr-FR" sz="1800" b="0" dirty="0">
                        <a:solidFill>
                          <a:srgbClr val="172F43"/>
                        </a:solidFill>
                        <a:latin typeface="Arial" panose="020B0604020202020204" pitchFamily="34" charset="0"/>
                      </a:endParaRPr>
                    </a:p>
                  </a:txBody>
                  <a:tcPr marL="101600" marR="889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2510219589"/>
                  </a:ext>
                </a:extLst>
              </a:tr>
            </a:tbl>
          </a:graphicData>
        </a:graphic>
      </p:graphicFrame>
      <p:sp>
        <p:nvSpPr>
          <p:cNvPr id="6" name="ZoneTexte 5">
            <a:extLst>
              <a:ext uri="{FF2B5EF4-FFF2-40B4-BE49-F238E27FC236}">
                <a16:creationId xmlns:a16="http://schemas.microsoft.com/office/drawing/2014/main" id="{8E0C8062-ACED-C658-249D-80DCFA097702}"/>
              </a:ext>
            </a:extLst>
          </p:cNvPr>
          <p:cNvSpPr txBox="1"/>
          <p:nvPr/>
        </p:nvSpPr>
        <p:spPr>
          <a:xfrm>
            <a:off x="67691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Semi supervisé</a:t>
            </a:r>
          </a:p>
        </p:txBody>
      </p:sp>
      <p:sp>
        <p:nvSpPr>
          <p:cNvPr id="7" name="ZoneTexte 6">
            <a:extLst>
              <a:ext uri="{FF2B5EF4-FFF2-40B4-BE49-F238E27FC236}">
                <a16:creationId xmlns:a16="http://schemas.microsoft.com/office/drawing/2014/main" id="{594E53D3-A0FC-F590-BCD5-00715CFFEEB9}"/>
              </a:ext>
            </a:extLst>
          </p:cNvPr>
          <p:cNvSpPr txBox="1"/>
          <p:nvPr/>
        </p:nvSpPr>
        <p:spPr>
          <a:xfrm>
            <a:off x="72009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8" name="Tableau 7">
            <a:extLst>
              <a:ext uri="{FF2B5EF4-FFF2-40B4-BE49-F238E27FC236}">
                <a16:creationId xmlns:a16="http://schemas.microsoft.com/office/drawing/2014/main" id="{C63FB2DF-14D8-65D7-5C57-05B8FEC8426E}"/>
              </a:ext>
            </a:extLst>
          </p:cNvPr>
          <p:cNvGraphicFramePr>
            <a:graphicFrameLocks noGrp="1"/>
          </p:cNvGraphicFramePr>
          <p:nvPr>
            <p:extLst>
              <p:ext uri="{D42A27DB-BD31-4B8C-83A1-F6EECF244321}">
                <p14:modId xmlns:p14="http://schemas.microsoft.com/office/powerpoint/2010/main" val="229636291"/>
              </p:ext>
            </p:extLst>
          </p:nvPr>
        </p:nvGraphicFramePr>
        <p:xfrm>
          <a:off x="67691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1522292569"/>
                    </a:ext>
                  </a:extLst>
                </a:gridCol>
                <a:gridCol w="774700">
                  <a:extLst>
                    <a:ext uri="{9D8B030D-6E8A-4147-A177-3AD203B41FA5}">
                      <a16:colId xmlns:a16="http://schemas.microsoft.com/office/drawing/2014/main" val="1366119599"/>
                    </a:ext>
                  </a:extLst>
                </a:gridCol>
                <a:gridCol w="774700">
                  <a:extLst>
                    <a:ext uri="{9D8B030D-6E8A-4147-A177-3AD203B41FA5}">
                      <a16:colId xmlns:a16="http://schemas.microsoft.com/office/drawing/2014/main" val="1074592866"/>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3680671177"/>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1624834216"/>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2</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8</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1631808265"/>
                  </a:ext>
                </a:extLst>
              </a:tr>
            </a:tbl>
          </a:graphicData>
        </a:graphic>
      </p:graphicFrame>
      <p:sp>
        <p:nvSpPr>
          <p:cNvPr id="9" name="ZoneTexte 8">
            <a:extLst>
              <a:ext uri="{FF2B5EF4-FFF2-40B4-BE49-F238E27FC236}">
                <a16:creationId xmlns:a16="http://schemas.microsoft.com/office/drawing/2014/main" id="{8D101EA5-356D-9CB0-0C89-C12735569DCE}"/>
              </a:ext>
            </a:extLst>
          </p:cNvPr>
          <p:cNvSpPr txBox="1"/>
          <p:nvPr/>
        </p:nvSpPr>
        <p:spPr>
          <a:xfrm>
            <a:off x="9321800" y="1803399"/>
            <a:ext cx="2235200" cy="355600"/>
          </a:xfrm>
          <a:prstGeom prst="rect">
            <a:avLst/>
          </a:prstGeom>
          <a:noFill/>
        </p:spPr>
        <p:txBody>
          <a:bodyPr vert="horz" wrap="square" lIns="0" tIns="0" rIns="0" bIns="0" rtlCol="0">
            <a:noAutofit/>
          </a:bodyPr>
          <a:lstStyle/>
          <a:p>
            <a:r>
              <a:rPr lang="fr-FR" sz="1900" b="1" dirty="0">
                <a:solidFill>
                  <a:srgbClr val="172F43"/>
                </a:solidFill>
                <a:latin typeface="Arial" panose="020B0604020202020204" pitchFamily="34" charset="0"/>
              </a:rPr>
              <a:t>Supervisé</a:t>
            </a:r>
          </a:p>
        </p:txBody>
      </p:sp>
      <p:sp>
        <p:nvSpPr>
          <p:cNvPr id="10" name="ZoneTexte 9">
            <a:extLst>
              <a:ext uri="{FF2B5EF4-FFF2-40B4-BE49-F238E27FC236}">
                <a16:creationId xmlns:a16="http://schemas.microsoft.com/office/drawing/2014/main" id="{FC290BFF-47A6-FBA9-E52E-79245C0809DB}"/>
              </a:ext>
            </a:extLst>
          </p:cNvPr>
          <p:cNvSpPr txBox="1"/>
          <p:nvPr/>
        </p:nvSpPr>
        <p:spPr>
          <a:xfrm>
            <a:off x="9753600" y="2260599"/>
            <a:ext cx="1803400" cy="279400"/>
          </a:xfrm>
          <a:prstGeom prst="rect">
            <a:avLst/>
          </a:prstGeom>
          <a:noFill/>
        </p:spPr>
        <p:txBody>
          <a:bodyPr vert="horz" wrap="square" lIns="0" tIns="0" rIns="0" bIns="0" rtlCol="0">
            <a:noAutofit/>
          </a:bodyPr>
          <a:lstStyle/>
          <a:p>
            <a:pPr algn="ctr"/>
            <a:r>
              <a:rPr lang="fr-FR" sz="1300" dirty="0">
                <a:solidFill>
                  <a:srgbClr val="536473"/>
                </a:solidFill>
                <a:latin typeface="Arial" panose="020B0604020202020204" pitchFamily="34" charset="0"/>
              </a:rPr>
              <a:t>Prédiction</a:t>
            </a:r>
          </a:p>
        </p:txBody>
      </p:sp>
      <p:graphicFrame>
        <p:nvGraphicFramePr>
          <p:cNvPr id="11" name="Tableau 10">
            <a:extLst>
              <a:ext uri="{FF2B5EF4-FFF2-40B4-BE49-F238E27FC236}">
                <a16:creationId xmlns:a16="http://schemas.microsoft.com/office/drawing/2014/main" id="{CD778BFC-89BC-BA98-B349-59D8C6F24A6F}"/>
              </a:ext>
            </a:extLst>
          </p:cNvPr>
          <p:cNvGraphicFramePr>
            <a:graphicFrameLocks noGrp="1"/>
          </p:cNvGraphicFramePr>
          <p:nvPr>
            <p:extLst>
              <p:ext uri="{D42A27DB-BD31-4B8C-83A1-F6EECF244321}">
                <p14:modId xmlns:p14="http://schemas.microsoft.com/office/powerpoint/2010/main" val="2216536407"/>
              </p:ext>
            </p:extLst>
          </p:nvPr>
        </p:nvGraphicFramePr>
        <p:xfrm>
          <a:off x="9321800" y="2603500"/>
          <a:ext cx="2336800" cy="1524000"/>
        </p:xfrm>
        <a:graphic>
          <a:graphicData uri="http://schemas.openxmlformats.org/drawingml/2006/table">
            <a:tbl>
              <a:tblPr firstRow="1" bandRow="1">
                <a:tableStyleId>{5C22544A-7EE6-4342-B048-85BDC9FD1C3A}</a:tableStyleId>
              </a:tblPr>
              <a:tblGrid>
                <a:gridCol w="787400">
                  <a:extLst>
                    <a:ext uri="{9D8B030D-6E8A-4147-A177-3AD203B41FA5}">
                      <a16:colId xmlns:a16="http://schemas.microsoft.com/office/drawing/2014/main" val="662634170"/>
                    </a:ext>
                  </a:extLst>
                </a:gridCol>
                <a:gridCol w="774700">
                  <a:extLst>
                    <a:ext uri="{9D8B030D-6E8A-4147-A177-3AD203B41FA5}">
                      <a16:colId xmlns:a16="http://schemas.microsoft.com/office/drawing/2014/main" val="1066264707"/>
                    </a:ext>
                  </a:extLst>
                </a:gridCol>
                <a:gridCol w="774700">
                  <a:extLst>
                    <a:ext uri="{9D8B030D-6E8A-4147-A177-3AD203B41FA5}">
                      <a16:colId xmlns:a16="http://schemas.microsoft.com/office/drawing/2014/main" val="1404298652"/>
                    </a:ext>
                  </a:extLst>
                </a:gridCol>
              </a:tblGrid>
              <a:tr h="508000">
                <a:tc>
                  <a:txBody>
                    <a:bodyPr/>
                    <a:lstStyle/>
                    <a:p>
                      <a:pPr algn="l"/>
                      <a:r>
                        <a:rPr lang="fr-FR" sz="1400" b="1" dirty="0">
                          <a:solidFill>
                            <a:srgbClr val="FFFFFF"/>
                          </a:solidFill>
                          <a:latin typeface="Arial" panose="020B0604020202020204" pitchFamily="34" charset="0"/>
                        </a:rPr>
                        <a:t>Vrai</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tc>
                  <a:txBody>
                    <a:bodyPr/>
                    <a:lstStyle/>
                    <a:p>
                      <a:pPr algn="ctr"/>
                      <a:r>
                        <a:rPr lang="fr-FR" sz="1400" b="1" dirty="0">
                          <a:solidFill>
                            <a:srgbClr val="FFFFFF"/>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172F43"/>
                    </a:solidFill>
                  </a:tcPr>
                </a:tc>
                <a:extLst>
                  <a:ext uri="{0D108BD9-81ED-4DB2-BD59-A6C34878D82A}">
                    <a16:rowId xmlns:a16="http://schemas.microsoft.com/office/drawing/2014/main" val="1526955405"/>
                  </a:ext>
                </a:extLst>
              </a:tr>
              <a:tr h="508000">
                <a:tc>
                  <a:txBody>
                    <a:bodyPr/>
                    <a:lstStyle/>
                    <a:p>
                      <a:pPr algn="l"/>
                      <a:r>
                        <a:rPr lang="fr-FR" sz="1400" b="0" dirty="0">
                          <a:solidFill>
                            <a:srgbClr val="172F43"/>
                          </a:solidFill>
                          <a:latin typeface="Arial" panose="020B0604020202020204" pitchFamily="34" charset="0"/>
                        </a:rPr>
                        <a:t>normal</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EDF3F5"/>
                    </a:solidFill>
                  </a:tcPr>
                </a:tc>
                <a:extLst>
                  <a:ext uri="{0D108BD9-81ED-4DB2-BD59-A6C34878D82A}">
                    <a16:rowId xmlns:a16="http://schemas.microsoft.com/office/drawing/2014/main" val="45049053"/>
                  </a:ext>
                </a:extLst>
              </a:tr>
              <a:tr h="508000">
                <a:tc>
                  <a:txBody>
                    <a:bodyPr/>
                    <a:lstStyle/>
                    <a:p>
                      <a:pPr algn="l"/>
                      <a:r>
                        <a:rPr lang="fr-FR" sz="1400" b="0" dirty="0">
                          <a:solidFill>
                            <a:srgbClr val="172F43"/>
                          </a:solidFill>
                          <a:latin typeface="Arial" panose="020B0604020202020204" pitchFamily="34" charset="0"/>
                        </a:rPr>
                        <a:t>cancer</a:t>
                      </a: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1</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tc>
                  <a:txBody>
                    <a:bodyPr/>
                    <a:lstStyle/>
                    <a:p>
                      <a:pPr algn="ctr"/>
                      <a:r>
                        <a:rPr lang="fr-FR" sz="1400" b="0">
                          <a:solidFill>
                            <a:srgbClr val="172F43"/>
                          </a:solidFill>
                          <a:latin typeface="Arial" panose="020B0604020202020204" pitchFamily="34" charset="0"/>
                        </a:rPr>
                        <a:t>9</a:t>
                      </a:r>
                      <a:endParaRPr lang="fr-FR" sz="1400" b="0" dirty="0">
                        <a:solidFill>
                          <a:srgbClr val="172F43"/>
                        </a:solidFill>
                        <a:latin typeface="Arial" panose="020B0604020202020204" pitchFamily="34" charset="0"/>
                      </a:endParaRPr>
                    </a:p>
                  </a:txBody>
                  <a:tcPr marL="50800" marR="50800" marT="38100" marB="38100" anchor="ctr">
                    <a:lnL w="12700" cmpd="sng">
                      <a:solidFill>
                        <a:srgbClr val="FFFFFF"/>
                      </a:solidFill>
                    </a:lnL>
                    <a:lnR w="12700" cmpd="sng">
                      <a:solidFill>
                        <a:srgbClr val="FFFFFF"/>
                      </a:solidFill>
                    </a:lnR>
                    <a:lnT w="12700" cmpd="sng">
                      <a:solidFill>
                        <a:srgbClr val="FFFFFF"/>
                      </a:solidFill>
                    </a:lnT>
                    <a:lnB w="12700" cmpd="sng">
                      <a:solidFill>
                        <a:srgbClr val="FFFFFF"/>
                      </a:solidFill>
                    </a:lnB>
                    <a:solidFill>
                      <a:srgbClr val="FFFFFF"/>
                    </a:solidFill>
                  </a:tcPr>
                </a:tc>
                <a:extLst>
                  <a:ext uri="{0D108BD9-81ED-4DB2-BD59-A6C34878D82A}">
                    <a16:rowId xmlns:a16="http://schemas.microsoft.com/office/drawing/2014/main" val="317125989"/>
                  </a:ext>
                </a:extLst>
              </a:tr>
            </a:tbl>
          </a:graphicData>
        </a:graphic>
      </p:graphicFrame>
      <p:sp>
        <p:nvSpPr>
          <p:cNvPr id="12" name="ZoneTexte 11">
            <a:extLst>
              <a:ext uri="{FF2B5EF4-FFF2-40B4-BE49-F238E27FC236}">
                <a16:creationId xmlns:a16="http://schemas.microsoft.com/office/drawing/2014/main" id="{A53FA788-C618-BD8A-A00E-24E706F9D7E8}"/>
              </a:ext>
            </a:extLst>
          </p:cNvPr>
          <p:cNvSpPr txBox="1"/>
          <p:nvPr/>
        </p:nvSpPr>
        <p:spPr>
          <a:xfrm>
            <a:off x="6769100" y="4356099"/>
            <a:ext cx="2336800" cy="393700"/>
          </a:xfrm>
          <a:prstGeom prst="rect">
            <a:avLst/>
          </a:prstGeom>
          <a:noFill/>
        </p:spPr>
        <p:txBody>
          <a:bodyPr vert="horz" wrap="square" lIns="0" tIns="0" rIns="0" bIns="0" rtlCol="0">
            <a:noAutofit/>
          </a:bodyPr>
          <a:lstStyle/>
          <a:p>
            <a:r>
              <a:rPr lang="fr-FR" b="1" dirty="0">
                <a:solidFill>
                  <a:srgbClr val="007F82"/>
                </a:solidFill>
                <a:latin typeface="Arial" panose="020B0604020202020204" pitchFamily="34" charset="0"/>
              </a:rPr>
              <a:t>2 faux négatifs</a:t>
            </a:r>
          </a:p>
        </p:txBody>
      </p:sp>
      <p:sp>
        <p:nvSpPr>
          <p:cNvPr id="13" name="ZoneTexte 12">
            <a:extLst>
              <a:ext uri="{FF2B5EF4-FFF2-40B4-BE49-F238E27FC236}">
                <a16:creationId xmlns:a16="http://schemas.microsoft.com/office/drawing/2014/main" id="{97A3ABA2-E368-4F10-D2C2-8C2F71F1D175}"/>
              </a:ext>
            </a:extLst>
          </p:cNvPr>
          <p:cNvSpPr txBox="1"/>
          <p:nvPr/>
        </p:nvSpPr>
        <p:spPr>
          <a:xfrm>
            <a:off x="9321800" y="4356099"/>
            <a:ext cx="2336800" cy="393700"/>
          </a:xfrm>
          <a:prstGeom prst="rect">
            <a:avLst/>
          </a:prstGeom>
          <a:noFill/>
        </p:spPr>
        <p:txBody>
          <a:bodyPr vert="horz" wrap="square" lIns="0" tIns="0" rIns="0" bIns="0" rtlCol="0">
            <a:noAutofit/>
          </a:bodyPr>
          <a:lstStyle/>
          <a:p>
            <a:r>
              <a:rPr lang="fr-FR" b="1" dirty="0">
                <a:solidFill>
                  <a:srgbClr val="3978A9"/>
                </a:solidFill>
                <a:latin typeface="Arial" panose="020B0604020202020204" pitchFamily="34" charset="0"/>
              </a:rPr>
              <a:t>1 faux négatif</a:t>
            </a:r>
          </a:p>
        </p:txBody>
      </p:sp>
      <p:sp>
        <p:nvSpPr>
          <p:cNvPr id="14" name="ZoneTexte 13">
            <a:extLst>
              <a:ext uri="{FF2B5EF4-FFF2-40B4-BE49-F238E27FC236}">
                <a16:creationId xmlns:a16="http://schemas.microsoft.com/office/drawing/2014/main" id="{4F115D2B-72AB-2641-9CBB-D6FB08F2FD17}"/>
              </a:ext>
            </a:extLst>
          </p:cNvPr>
          <p:cNvSpPr txBox="1"/>
          <p:nvPr/>
        </p:nvSpPr>
        <p:spPr>
          <a:xfrm>
            <a:off x="609600" y="5143499"/>
            <a:ext cx="10972800" cy="660400"/>
          </a:xfrm>
          <a:prstGeom prst="rect">
            <a:avLst/>
          </a:prstGeom>
          <a:noFill/>
        </p:spPr>
        <p:txBody>
          <a:bodyPr vert="horz" wrap="square" lIns="0" tIns="0" rIns="0" bIns="0" rtlCol="0">
            <a:noAutofit/>
          </a:bodyPr>
          <a:lstStyle/>
          <a:p>
            <a:r>
              <a:rPr lang="fr-FR" b="1" dirty="0">
                <a:solidFill>
                  <a:srgbClr val="172F43"/>
                </a:solidFill>
                <a:latin typeface="Arial" panose="020B0604020202020204" pitchFamily="34" charset="0"/>
              </a:rPr>
              <a:t>Le supervisé obtient le meilleur F2 cancer dans cette expérience.</a:t>
            </a:r>
          </a:p>
          <a:p>
            <a:r>
              <a:rPr lang="fr-FR" b="1" dirty="0">
                <a:solidFill>
                  <a:srgbClr val="172F43"/>
                </a:solidFill>
                <a:latin typeface="Arial" panose="020B0604020202020204" pitchFamily="34" charset="0"/>
              </a:rPr>
              <a:t>An noter un écart train/test suggérant un léger surapprentissage pour le semi-supervisé</a:t>
            </a:r>
          </a:p>
        </p:txBody>
      </p:sp>
      <p:sp>
        <p:nvSpPr>
          <p:cNvPr id="15" name="ZoneTexte 14">
            <a:extLst>
              <a:ext uri="{FF2B5EF4-FFF2-40B4-BE49-F238E27FC236}">
                <a16:creationId xmlns:a16="http://schemas.microsoft.com/office/drawing/2014/main" id="{8DF78078-B204-4B5D-621B-301249B8AD2C}"/>
              </a:ext>
            </a:extLst>
          </p:cNvPr>
          <p:cNvSpPr txBox="1"/>
          <p:nvPr/>
        </p:nvSpPr>
        <p:spPr>
          <a:xfrm>
            <a:off x="609600" y="5905499"/>
            <a:ext cx="10972800" cy="4572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L'écart correspond à une image cancéreuse supplémentaire correctement reconnue.</a:t>
            </a:r>
          </a:p>
        </p:txBody>
      </p:sp>
    </p:spTree>
    <p:extLst>
      <p:ext uri="{BB962C8B-B14F-4D97-AF65-F5344CB8AC3E}">
        <p14:creationId xmlns:p14="http://schemas.microsoft.com/office/powerpoint/2010/main" val="31549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D59ADC2-4922-1B59-280C-93A5536BB916}"/>
            </a:ext>
          </a:extLst>
        </p:cNvPr>
        <p:cNvGrpSpPr/>
        <p:nvPr/>
      </p:nvGrpSpPr>
      <p:grpSpPr>
        <a:xfrm>
          <a:off x="0" y="0"/>
          <a:ext cx="0" cy="0"/>
          <a:chOff x="0" y="0"/>
          <a:chExt cx="0" cy="0"/>
        </a:xfrm>
      </p:grpSpPr>
      <p:sp>
        <p:nvSpPr>
          <p:cNvPr id="2" name="ZoneTexte 1">
            <a:extLst>
              <a:ext uri="{FF2B5EF4-FFF2-40B4-BE49-F238E27FC236}">
                <a16:creationId xmlns:a16="http://schemas.microsoft.com/office/drawing/2014/main" id="{B96A1EBF-289B-14B5-DB43-91262985B1FC}"/>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Machine AWS et besoins en RAM</a:t>
            </a:r>
          </a:p>
        </p:txBody>
      </p:sp>
      <p:cxnSp>
        <p:nvCxnSpPr>
          <p:cNvPr id="3" name="Connecteur droit 2">
            <a:extLst>
              <a:ext uri="{FF2B5EF4-FFF2-40B4-BE49-F238E27FC236}">
                <a16:creationId xmlns:a16="http://schemas.microsoft.com/office/drawing/2014/main" id="{7CE422BE-48E9-7150-788A-99AA0EA69844}"/>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93FCC2F9-A7E0-1497-9945-0A489F9CBC1E}"/>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10</a:t>
            </a:r>
          </a:p>
        </p:txBody>
      </p:sp>
      <p:sp>
        <p:nvSpPr>
          <p:cNvPr id="10" name="ZoneTexte 9">
            <a:extLst>
              <a:ext uri="{FF2B5EF4-FFF2-40B4-BE49-F238E27FC236}">
                <a16:creationId xmlns:a16="http://schemas.microsoft.com/office/drawing/2014/main" id="{2DA749F9-B8A0-96D1-495B-343EAAF3B1C1}"/>
              </a:ext>
            </a:extLst>
          </p:cNvPr>
          <p:cNvSpPr txBox="1"/>
          <p:nvPr/>
        </p:nvSpPr>
        <p:spPr>
          <a:xfrm>
            <a:off x="609600" y="1841499"/>
            <a:ext cx="5143500" cy="4318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Mon PC de référence</a:t>
            </a:r>
          </a:p>
        </p:txBody>
      </p:sp>
      <p:sp>
        <p:nvSpPr>
          <p:cNvPr id="12" name="ZoneTexte 11">
            <a:extLst>
              <a:ext uri="{FF2B5EF4-FFF2-40B4-BE49-F238E27FC236}">
                <a16:creationId xmlns:a16="http://schemas.microsoft.com/office/drawing/2014/main" id="{6975ADDC-E70B-A527-C21E-63AF3CC95A01}"/>
              </a:ext>
            </a:extLst>
          </p:cNvPr>
          <p:cNvSpPr txBox="1"/>
          <p:nvPr/>
        </p:nvSpPr>
        <p:spPr>
          <a:xfrm>
            <a:off x="609600" y="2476499"/>
            <a:ext cx="5143500" cy="1041400"/>
          </a:xfrm>
          <a:prstGeom prst="rect">
            <a:avLst/>
          </a:prstGeom>
          <a:noFill/>
        </p:spPr>
        <p:txBody>
          <a:bodyPr vert="horz" wrap="square" lIns="0" tIns="0" rIns="0" bIns="0" rtlCol="0">
            <a:noAutofit/>
          </a:bodyPr>
          <a:lstStyle/>
          <a:p>
            <a:r>
              <a:rPr lang="fr-FR" sz="2800" b="1" dirty="0">
                <a:solidFill>
                  <a:srgbClr val="172F43"/>
                </a:solidFill>
                <a:latin typeface="Arial" panose="020B0604020202020204" pitchFamily="34" charset="0"/>
              </a:rPr>
              <a:t>i9-14900K
24 cœurs physiques</a:t>
            </a:r>
          </a:p>
        </p:txBody>
      </p:sp>
      <p:sp>
        <p:nvSpPr>
          <p:cNvPr id="15" name="ZoneTexte 14">
            <a:extLst>
              <a:ext uri="{FF2B5EF4-FFF2-40B4-BE49-F238E27FC236}">
                <a16:creationId xmlns:a16="http://schemas.microsoft.com/office/drawing/2014/main" id="{FDCA40DB-E908-009F-5D4E-AC1CA8A70D12}"/>
              </a:ext>
            </a:extLst>
          </p:cNvPr>
          <p:cNvSpPr txBox="1"/>
          <p:nvPr/>
        </p:nvSpPr>
        <p:spPr>
          <a:xfrm>
            <a:off x="603250" y="3448049"/>
            <a:ext cx="5143500" cy="7874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RAM mesurée : environ 3,2 Gio
pour le processus Python</a:t>
            </a:r>
          </a:p>
        </p:txBody>
      </p:sp>
      <p:sp>
        <p:nvSpPr>
          <p:cNvPr id="16" name="ZoneTexte 15">
            <a:extLst>
              <a:ext uri="{FF2B5EF4-FFF2-40B4-BE49-F238E27FC236}">
                <a16:creationId xmlns:a16="http://schemas.microsoft.com/office/drawing/2014/main" id="{D42087F5-0F6F-08F1-EBDB-AE11D35AA8BA}"/>
              </a:ext>
            </a:extLst>
          </p:cNvPr>
          <p:cNvSpPr txBox="1"/>
          <p:nvPr/>
        </p:nvSpPr>
        <p:spPr>
          <a:xfrm>
            <a:off x="6426200" y="1841499"/>
            <a:ext cx="5156200" cy="4318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Machine AWS du devis</a:t>
            </a:r>
          </a:p>
        </p:txBody>
      </p:sp>
      <p:sp>
        <p:nvSpPr>
          <p:cNvPr id="17" name="ZoneTexte 16">
            <a:extLst>
              <a:ext uri="{FF2B5EF4-FFF2-40B4-BE49-F238E27FC236}">
                <a16:creationId xmlns:a16="http://schemas.microsoft.com/office/drawing/2014/main" id="{5CBFA9D7-317D-E283-BEFE-973A76C4D2DD}"/>
              </a:ext>
            </a:extLst>
          </p:cNvPr>
          <p:cNvSpPr txBox="1"/>
          <p:nvPr/>
        </p:nvSpPr>
        <p:spPr>
          <a:xfrm>
            <a:off x="6426200" y="2476499"/>
            <a:ext cx="5156200" cy="1041400"/>
          </a:xfrm>
          <a:prstGeom prst="rect">
            <a:avLst/>
          </a:prstGeom>
          <a:noFill/>
        </p:spPr>
        <p:txBody>
          <a:bodyPr vert="horz" wrap="square" lIns="0" tIns="0" rIns="0" bIns="0" rtlCol="0">
            <a:noAutofit/>
          </a:bodyPr>
          <a:lstStyle/>
          <a:p>
            <a:r>
              <a:rPr lang="fr-FR" sz="2700" b="1" dirty="0">
                <a:solidFill>
                  <a:srgbClr val="172F43"/>
                </a:solidFill>
                <a:latin typeface="Arial" panose="020B0604020202020204" pitchFamily="34" charset="0"/>
              </a:rPr>
              <a:t>c7i.12xlarge, Paris
24 cœurs physiques, 48 </a:t>
            </a:r>
            <a:r>
              <a:rPr lang="fr-FR" sz="2700" b="1" dirty="0" err="1">
                <a:solidFill>
                  <a:srgbClr val="172F43"/>
                </a:solidFill>
                <a:latin typeface="Arial" panose="020B0604020202020204" pitchFamily="34" charset="0"/>
              </a:rPr>
              <a:t>vCPU</a:t>
            </a:r>
            <a:endParaRPr lang="fr-FR" sz="2700" b="1" dirty="0">
              <a:solidFill>
                <a:srgbClr val="172F43"/>
              </a:solidFill>
              <a:latin typeface="Arial" panose="020B0604020202020204" pitchFamily="34" charset="0"/>
            </a:endParaRPr>
          </a:p>
        </p:txBody>
      </p:sp>
      <p:sp>
        <p:nvSpPr>
          <p:cNvPr id="18" name="ZoneTexte 17">
            <a:extLst>
              <a:ext uri="{FF2B5EF4-FFF2-40B4-BE49-F238E27FC236}">
                <a16:creationId xmlns:a16="http://schemas.microsoft.com/office/drawing/2014/main" id="{1DE17A89-A97D-27D0-4D54-72203D2518B2}"/>
              </a:ext>
            </a:extLst>
          </p:cNvPr>
          <p:cNvSpPr txBox="1"/>
          <p:nvPr/>
        </p:nvSpPr>
        <p:spPr>
          <a:xfrm>
            <a:off x="6419850" y="3448049"/>
            <a:ext cx="5156200" cy="7874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96 Gio de RAM inclus
2,28 € HT / heure, IPv4 comprise</a:t>
            </a:r>
          </a:p>
        </p:txBody>
      </p:sp>
      <p:sp>
        <p:nvSpPr>
          <p:cNvPr id="19" name="ZoneTexte 18">
            <a:extLst>
              <a:ext uri="{FF2B5EF4-FFF2-40B4-BE49-F238E27FC236}">
                <a16:creationId xmlns:a16="http://schemas.microsoft.com/office/drawing/2014/main" id="{ADE45DAE-3BEC-2B32-EFE5-816D6C55BB0D}"/>
              </a:ext>
            </a:extLst>
          </p:cNvPr>
          <p:cNvSpPr txBox="1"/>
          <p:nvPr/>
        </p:nvSpPr>
        <p:spPr>
          <a:xfrm>
            <a:off x="609600" y="5568949"/>
            <a:ext cx="10972800" cy="723900"/>
          </a:xfrm>
          <a:prstGeom prst="rect">
            <a:avLst/>
          </a:prstGeom>
          <a:noFill/>
        </p:spPr>
        <p:txBody>
          <a:bodyPr vert="horz" wrap="square" lIns="0" tIns="0" rIns="0" bIns="0" rtlCol="0">
            <a:noAutofit/>
          </a:bodyPr>
          <a:lstStyle/>
          <a:p>
            <a:r>
              <a:rPr lang="fr-FR" sz="2300" b="1" dirty="0">
                <a:solidFill>
                  <a:srgbClr val="007F82"/>
                </a:solidFill>
                <a:latin typeface="Arial" panose="020B0604020202020204" pitchFamily="34" charset="0"/>
              </a:rPr>
              <a:t>La taille du CPU impose les 96 Gio. Le notebook utilise bien moins de RAM.</a:t>
            </a:r>
          </a:p>
        </p:txBody>
      </p:sp>
      <p:sp>
        <p:nvSpPr>
          <p:cNvPr id="20" name="ZoneTexte 19">
            <a:extLst>
              <a:ext uri="{FF2B5EF4-FFF2-40B4-BE49-F238E27FC236}">
                <a16:creationId xmlns:a16="http://schemas.microsoft.com/office/drawing/2014/main" id="{EF848DD2-0E31-246D-3714-3BDDFEC36710}"/>
              </a:ext>
            </a:extLst>
          </p:cNvPr>
          <p:cNvSpPr txBox="1"/>
          <p:nvPr/>
        </p:nvSpPr>
        <p:spPr>
          <a:xfrm>
            <a:off x="609600" y="6095999"/>
            <a:ext cx="10223500" cy="3937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Même nombre de cœurs. Débit à comparer avec le même code sur AWS.</a:t>
            </a:r>
          </a:p>
        </p:txBody>
      </p:sp>
      <p:sp>
        <p:nvSpPr>
          <p:cNvPr id="5" name="ZoneTexte 4">
            <a:extLst>
              <a:ext uri="{FF2B5EF4-FFF2-40B4-BE49-F238E27FC236}">
                <a16:creationId xmlns:a16="http://schemas.microsoft.com/office/drawing/2014/main" id="{73F11DF7-2416-708F-60E7-0A06BA32DAAC}"/>
              </a:ext>
            </a:extLst>
          </p:cNvPr>
          <p:cNvSpPr txBox="1"/>
          <p:nvPr/>
        </p:nvSpPr>
        <p:spPr>
          <a:xfrm>
            <a:off x="596900" y="4203117"/>
            <a:ext cx="5143500" cy="787400"/>
          </a:xfrm>
          <a:prstGeom prst="rect">
            <a:avLst/>
          </a:prstGeom>
          <a:noFill/>
        </p:spPr>
        <p:txBody>
          <a:bodyPr vert="horz" wrap="square" lIns="0" tIns="0" rIns="0" bIns="0" rtlCol="0">
            <a:noAutofit/>
          </a:bodyPr>
          <a:lstStyle/>
          <a:p>
            <a:r>
              <a:rPr lang="fr-FR" dirty="0"/>
              <a:t>Estimation réalisée sur la base de ce test:</a:t>
            </a:r>
          </a:p>
          <a:p>
            <a:r>
              <a:rPr lang="fr-FR" dirty="0"/>
              <a:t>Nombre d'images traitées : 1000 </a:t>
            </a:r>
          </a:p>
          <a:p>
            <a:r>
              <a:rPr lang="fr-FR" dirty="0"/>
              <a:t>Durée mesurée : 8.1 secondes </a:t>
            </a:r>
          </a:p>
          <a:p>
            <a:r>
              <a:rPr lang="fr-FR" dirty="0"/>
              <a:t>Estimation pour 4 millions : 9.0 heures</a:t>
            </a:r>
            <a:endParaRPr lang="fr-FR" sz="2200" dirty="0">
              <a:solidFill>
                <a:srgbClr val="172F43"/>
              </a:solidFill>
              <a:latin typeface="Arial" panose="020B0604020202020204" pitchFamily="34" charset="0"/>
            </a:endParaRPr>
          </a:p>
        </p:txBody>
      </p:sp>
    </p:spTree>
    <p:extLst>
      <p:ext uri="{BB962C8B-B14F-4D97-AF65-F5344CB8AC3E}">
        <p14:creationId xmlns:p14="http://schemas.microsoft.com/office/powerpoint/2010/main" val="15790763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97E131D1-3B81-E31D-6853-942684092EDE}"/>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Coût du prototype</a:t>
            </a:r>
          </a:p>
        </p:txBody>
      </p:sp>
      <p:cxnSp>
        <p:nvCxnSpPr>
          <p:cNvPr id="3" name="Connecteur droit 2">
            <a:extLst>
              <a:ext uri="{FF2B5EF4-FFF2-40B4-BE49-F238E27FC236}">
                <a16:creationId xmlns:a16="http://schemas.microsoft.com/office/drawing/2014/main" id="{FDE56AB6-6EF1-A85D-4712-6B972FC301E0}"/>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051358FB-126D-D299-52D4-5A388865BFF8}"/>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11</a:t>
            </a:r>
          </a:p>
        </p:txBody>
      </p:sp>
      <p:sp>
        <p:nvSpPr>
          <p:cNvPr id="5" name="ZoneTexte 4">
            <a:extLst>
              <a:ext uri="{FF2B5EF4-FFF2-40B4-BE49-F238E27FC236}">
                <a16:creationId xmlns:a16="http://schemas.microsoft.com/office/drawing/2014/main" id="{67DD9D02-9450-B12B-92D4-036DA9088C9E}"/>
              </a:ext>
            </a:extLst>
          </p:cNvPr>
          <p:cNvSpPr txBox="1"/>
          <p:nvPr/>
        </p:nvSpPr>
        <p:spPr>
          <a:xfrm>
            <a:off x="609600" y="1841499"/>
            <a:ext cx="10972800" cy="482600"/>
          </a:xfrm>
          <a:prstGeom prst="rect">
            <a:avLst/>
          </a:prstGeom>
          <a:noFill/>
        </p:spPr>
        <p:txBody>
          <a:bodyPr vert="horz" wrap="square" lIns="0" tIns="0" rIns="0" bIns="0" rtlCol="0">
            <a:noAutofit/>
          </a:bodyPr>
          <a:lstStyle/>
          <a:p>
            <a:r>
              <a:rPr lang="fr-FR" sz="2600" dirty="0">
                <a:solidFill>
                  <a:srgbClr val="172F43"/>
                </a:solidFill>
                <a:latin typeface="Arial" panose="020B0604020202020204" pitchFamily="34" charset="0"/>
              </a:rPr>
              <a:t>30 heures de VM, une seule fois</a:t>
            </a:r>
          </a:p>
        </p:txBody>
      </p:sp>
      <p:sp>
        <p:nvSpPr>
          <p:cNvPr id="6" name="ZoneTexte 5">
            <a:extLst>
              <a:ext uri="{FF2B5EF4-FFF2-40B4-BE49-F238E27FC236}">
                <a16:creationId xmlns:a16="http://schemas.microsoft.com/office/drawing/2014/main" id="{6566CC23-BDF5-8049-706F-E64499A53D7B}"/>
              </a:ext>
            </a:extLst>
          </p:cNvPr>
          <p:cNvSpPr txBox="1"/>
          <p:nvPr/>
        </p:nvSpPr>
        <p:spPr>
          <a:xfrm>
            <a:off x="609600" y="2781299"/>
            <a:ext cx="5207000" cy="889000"/>
          </a:xfrm>
          <a:prstGeom prst="rect">
            <a:avLst/>
          </a:prstGeom>
          <a:noFill/>
        </p:spPr>
        <p:txBody>
          <a:bodyPr vert="horz" wrap="square" lIns="0" tIns="0" rIns="0" bIns="0" rtlCol="0">
            <a:noAutofit/>
          </a:bodyPr>
          <a:lstStyle/>
          <a:p>
            <a:r>
              <a:rPr lang="fr-FR" sz="4400" b="1" dirty="0">
                <a:solidFill>
                  <a:srgbClr val="007F82"/>
                </a:solidFill>
                <a:latin typeface="Arial" panose="020B0604020202020204" pitchFamily="34" charset="0"/>
              </a:rPr>
              <a:t>72,55 € HT</a:t>
            </a:r>
          </a:p>
        </p:txBody>
      </p:sp>
      <p:sp>
        <p:nvSpPr>
          <p:cNvPr id="7" name="ZoneTexte 6">
            <a:extLst>
              <a:ext uri="{FF2B5EF4-FFF2-40B4-BE49-F238E27FC236}">
                <a16:creationId xmlns:a16="http://schemas.microsoft.com/office/drawing/2014/main" id="{5EB81115-7443-A1E0-5A2C-7A0B0808A87A}"/>
              </a:ext>
            </a:extLst>
          </p:cNvPr>
          <p:cNvSpPr txBox="1"/>
          <p:nvPr/>
        </p:nvSpPr>
        <p:spPr>
          <a:xfrm>
            <a:off x="609600" y="3822699"/>
            <a:ext cx="5207000" cy="431800"/>
          </a:xfrm>
          <a:prstGeom prst="rect">
            <a:avLst/>
          </a:prstGeom>
          <a:noFill/>
        </p:spPr>
        <p:txBody>
          <a:bodyPr vert="horz" wrap="square" lIns="0" tIns="0" rIns="0" bIns="0" rtlCol="0">
            <a:noAutofit/>
          </a:bodyPr>
          <a:lstStyle/>
          <a:p>
            <a:r>
              <a:rPr lang="fr-FR" sz="2300" dirty="0">
                <a:solidFill>
                  <a:srgbClr val="172F43"/>
                </a:solidFill>
                <a:latin typeface="Arial" panose="020B0604020202020204" pitchFamily="34" charset="0"/>
              </a:rPr>
              <a:t>Coût cloud estimé</a:t>
            </a:r>
          </a:p>
        </p:txBody>
      </p:sp>
      <p:sp>
        <p:nvSpPr>
          <p:cNvPr id="8" name="ZoneTexte 7">
            <a:extLst>
              <a:ext uri="{FF2B5EF4-FFF2-40B4-BE49-F238E27FC236}">
                <a16:creationId xmlns:a16="http://schemas.microsoft.com/office/drawing/2014/main" id="{D44599AF-8646-E87F-200D-FA94B762CF8B}"/>
              </a:ext>
            </a:extLst>
          </p:cNvPr>
          <p:cNvSpPr txBox="1"/>
          <p:nvPr/>
        </p:nvSpPr>
        <p:spPr>
          <a:xfrm>
            <a:off x="6426200" y="2920999"/>
            <a:ext cx="5156200" cy="508000"/>
          </a:xfrm>
          <a:prstGeom prst="rect">
            <a:avLst/>
          </a:prstGeom>
          <a:noFill/>
        </p:spPr>
        <p:txBody>
          <a:bodyPr vert="horz" wrap="square" lIns="0" tIns="0" rIns="0" bIns="0" rtlCol="0">
            <a:noAutofit/>
          </a:bodyPr>
          <a:lstStyle/>
          <a:p>
            <a:r>
              <a:rPr lang="fr-FR" sz="2400" b="1" dirty="0">
                <a:solidFill>
                  <a:srgbClr val="172F43"/>
                </a:solidFill>
                <a:latin typeface="Arial" panose="020B0604020202020204" pitchFamily="34" charset="0"/>
              </a:rPr>
              <a:t>68,39 €  Machine et IPv4</a:t>
            </a:r>
          </a:p>
        </p:txBody>
      </p:sp>
      <p:sp>
        <p:nvSpPr>
          <p:cNvPr id="16" name="ZoneTexte 15">
            <a:extLst>
              <a:ext uri="{FF2B5EF4-FFF2-40B4-BE49-F238E27FC236}">
                <a16:creationId xmlns:a16="http://schemas.microsoft.com/office/drawing/2014/main" id="{46EB86B3-328F-1215-E1E4-49A141C7C12C}"/>
              </a:ext>
            </a:extLst>
          </p:cNvPr>
          <p:cNvSpPr txBox="1"/>
          <p:nvPr/>
        </p:nvSpPr>
        <p:spPr>
          <a:xfrm>
            <a:off x="6426200" y="3733799"/>
            <a:ext cx="5156200" cy="889000"/>
          </a:xfrm>
          <a:prstGeom prst="rect">
            <a:avLst/>
          </a:prstGeom>
          <a:noFill/>
        </p:spPr>
        <p:txBody>
          <a:bodyPr vert="horz" wrap="square" lIns="0" tIns="0" rIns="0" bIns="0" rtlCol="0">
            <a:noAutofit/>
          </a:bodyPr>
          <a:lstStyle/>
          <a:p>
            <a:r>
              <a:rPr lang="fr-FR" sz="2400" dirty="0">
                <a:solidFill>
                  <a:srgbClr val="172F43"/>
                </a:solidFill>
                <a:latin typeface="Arial" panose="020B0604020202020204" pitchFamily="34" charset="0"/>
              </a:rPr>
              <a:t>4,16 €  Disque, images et accès</a:t>
            </a:r>
          </a:p>
        </p:txBody>
      </p:sp>
      <p:sp>
        <p:nvSpPr>
          <p:cNvPr id="17" name="ZoneTexte 16">
            <a:extLst>
              <a:ext uri="{FF2B5EF4-FFF2-40B4-BE49-F238E27FC236}">
                <a16:creationId xmlns:a16="http://schemas.microsoft.com/office/drawing/2014/main" id="{14252EE5-D490-F861-5260-0F7629DA43ED}"/>
              </a:ext>
            </a:extLst>
          </p:cNvPr>
          <p:cNvSpPr txBox="1"/>
          <p:nvPr/>
        </p:nvSpPr>
        <p:spPr>
          <a:xfrm>
            <a:off x="609600" y="4889499"/>
            <a:ext cx="10972800" cy="508000"/>
          </a:xfrm>
          <a:prstGeom prst="rect">
            <a:avLst/>
          </a:prstGeom>
          <a:noFill/>
        </p:spPr>
        <p:txBody>
          <a:bodyPr vert="horz" wrap="square" lIns="0" tIns="0" rIns="0" bIns="0" rtlCol="0">
            <a:noAutofit/>
          </a:bodyPr>
          <a:lstStyle/>
          <a:p>
            <a:r>
              <a:rPr lang="fr-FR" sz="2400" dirty="0">
                <a:solidFill>
                  <a:srgbClr val="172F43"/>
                </a:solidFill>
                <a:latin typeface="Arial" panose="020B0604020202020204" pitchFamily="34" charset="0"/>
              </a:rPr>
              <a:t>Essais et entraînements inclus dans les 30 heures.</a:t>
            </a:r>
          </a:p>
        </p:txBody>
      </p:sp>
      <p:sp>
        <p:nvSpPr>
          <p:cNvPr id="18" name="ZoneTexte 17">
            <a:extLst>
              <a:ext uri="{FF2B5EF4-FFF2-40B4-BE49-F238E27FC236}">
                <a16:creationId xmlns:a16="http://schemas.microsoft.com/office/drawing/2014/main" id="{6532FECE-AA80-BA7B-97AE-FE2CE1F142AA}"/>
              </a:ext>
            </a:extLst>
          </p:cNvPr>
          <p:cNvSpPr txBox="1"/>
          <p:nvPr/>
        </p:nvSpPr>
        <p:spPr>
          <a:xfrm>
            <a:off x="609600" y="5613399"/>
            <a:ext cx="10972800" cy="508000"/>
          </a:xfrm>
          <a:prstGeom prst="rect">
            <a:avLst/>
          </a:prstGeom>
          <a:noFill/>
        </p:spPr>
        <p:txBody>
          <a:bodyPr vert="horz" wrap="square" lIns="0" tIns="0" rIns="0" bIns="0" rtlCol="0">
            <a:noAutofit/>
          </a:bodyPr>
          <a:lstStyle/>
          <a:p>
            <a:r>
              <a:rPr lang="fr-FR" sz="2300" b="1" dirty="0">
                <a:solidFill>
                  <a:srgbClr val="172F43"/>
                </a:solidFill>
                <a:latin typeface="Arial" panose="020B0604020202020204" pitchFamily="34" charset="0"/>
              </a:rPr>
              <a:t>Temps de travail humain exclu.</a:t>
            </a:r>
          </a:p>
        </p:txBody>
      </p:sp>
      <p:sp>
        <p:nvSpPr>
          <p:cNvPr id="19" name="ZoneTexte 18">
            <a:extLst>
              <a:ext uri="{FF2B5EF4-FFF2-40B4-BE49-F238E27FC236}">
                <a16:creationId xmlns:a16="http://schemas.microsoft.com/office/drawing/2014/main" id="{9A68E4B1-E680-2D99-81C0-C4277B760A87}"/>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Estimation AWS Paris du 09/10/2026. Disque et images conservés un mois. Calculs et sources en notes.</a:t>
            </a:r>
          </a:p>
        </p:txBody>
      </p:sp>
    </p:spTree>
    <p:extLst>
      <p:ext uri="{BB962C8B-B14F-4D97-AF65-F5344CB8AC3E}">
        <p14:creationId xmlns:p14="http://schemas.microsoft.com/office/powerpoint/2010/main" val="3344164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E37C9771-88B0-0378-F84A-213D16E0A6AA}"/>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Coût pour 4 millions d'images</a:t>
            </a:r>
          </a:p>
        </p:txBody>
      </p:sp>
      <p:cxnSp>
        <p:nvCxnSpPr>
          <p:cNvPr id="3" name="Connecteur droit 2">
            <a:extLst>
              <a:ext uri="{FF2B5EF4-FFF2-40B4-BE49-F238E27FC236}">
                <a16:creationId xmlns:a16="http://schemas.microsoft.com/office/drawing/2014/main" id="{8CB430C7-15FE-16BF-9CA9-009A9FE5B830}"/>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2827D90D-83EE-8CC7-3576-0EA59D97767D}"/>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12</a:t>
            </a:r>
          </a:p>
        </p:txBody>
      </p:sp>
      <p:sp>
        <p:nvSpPr>
          <p:cNvPr id="5" name="ZoneTexte 4">
            <a:extLst>
              <a:ext uri="{FF2B5EF4-FFF2-40B4-BE49-F238E27FC236}">
                <a16:creationId xmlns:a16="http://schemas.microsoft.com/office/drawing/2014/main" id="{C3633DDE-DAD5-B532-299B-B111E06C0826}"/>
              </a:ext>
            </a:extLst>
          </p:cNvPr>
          <p:cNvSpPr txBox="1"/>
          <p:nvPr/>
        </p:nvSpPr>
        <p:spPr>
          <a:xfrm>
            <a:off x="609600" y="1790699"/>
            <a:ext cx="10972800" cy="482600"/>
          </a:xfrm>
          <a:prstGeom prst="rect">
            <a:avLst/>
          </a:prstGeom>
          <a:noFill/>
        </p:spPr>
        <p:txBody>
          <a:bodyPr vert="horz" wrap="square" lIns="0" tIns="0" rIns="0" bIns="0" rtlCol="0">
            <a:noAutofit/>
          </a:bodyPr>
          <a:lstStyle/>
          <a:p>
            <a:r>
              <a:rPr lang="fr-FR" sz="2300" dirty="0">
                <a:solidFill>
                  <a:srgbClr val="172F43"/>
                </a:solidFill>
                <a:latin typeface="Arial" panose="020B0604020202020204" pitchFamily="34" charset="0"/>
              </a:rPr>
              <a:t>Estimation sur la première année, avec le modèle déjà entraîné</a:t>
            </a:r>
          </a:p>
        </p:txBody>
      </p:sp>
      <p:sp>
        <p:nvSpPr>
          <p:cNvPr id="6" name="ZoneTexte 5">
            <a:extLst>
              <a:ext uri="{FF2B5EF4-FFF2-40B4-BE49-F238E27FC236}">
                <a16:creationId xmlns:a16="http://schemas.microsoft.com/office/drawing/2014/main" id="{EC34B5B4-863C-5E51-9E7F-3038FB126C30}"/>
              </a:ext>
            </a:extLst>
          </p:cNvPr>
          <p:cNvSpPr txBox="1"/>
          <p:nvPr/>
        </p:nvSpPr>
        <p:spPr>
          <a:xfrm>
            <a:off x="609600" y="2578099"/>
            <a:ext cx="5143500" cy="444500"/>
          </a:xfrm>
          <a:prstGeom prst="rect">
            <a:avLst/>
          </a:prstGeom>
          <a:noFill/>
        </p:spPr>
        <p:txBody>
          <a:bodyPr vert="horz" wrap="square" lIns="0" tIns="0" rIns="0" bIns="0" rtlCol="0">
            <a:noAutofit/>
          </a:bodyPr>
          <a:lstStyle/>
          <a:p>
            <a:r>
              <a:rPr lang="fr-FR" sz="2600" b="1" dirty="0">
                <a:solidFill>
                  <a:srgbClr val="172F43"/>
                </a:solidFill>
                <a:latin typeface="Arial" panose="020B0604020202020204" pitchFamily="34" charset="0"/>
              </a:rPr>
              <a:t>En une fois</a:t>
            </a:r>
          </a:p>
        </p:txBody>
      </p:sp>
      <p:sp>
        <p:nvSpPr>
          <p:cNvPr id="7" name="ZoneTexte 6">
            <a:extLst>
              <a:ext uri="{FF2B5EF4-FFF2-40B4-BE49-F238E27FC236}">
                <a16:creationId xmlns:a16="http://schemas.microsoft.com/office/drawing/2014/main" id="{6DDF8A66-041C-703E-F3C7-DC8B0446C23A}"/>
              </a:ext>
            </a:extLst>
          </p:cNvPr>
          <p:cNvSpPr txBox="1"/>
          <p:nvPr/>
        </p:nvSpPr>
        <p:spPr>
          <a:xfrm>
            <a:off x="609600" y="3213099"/>
            <a:ext cx="5143500" cy="787400"/>
          </a:xfrm>
          <a:prstGeom prst="rect">
            <a:avLst/>
          </a:prstGeom>
          <a:noFill/>
        </p:spPr>
        <p:txBody>
          <a:bodyPr vert="horz" wrap="square" lIns="0" tIns="0" rIns="0" bIns="0" rtlCol="0">
            <a:noAutofit/>
          </a:bodyPr>
          <a:lstStyle/>
          <a:p>
            <a:r>
              <a:rPr lang="fr-FR" sz="4000" b="1" dirty="0">
                <a:solidFill>
                  <a:srgbClr val="007F82"/>
                </a:solidFill>
                <a:latin typeface="Arial" panose="020B0604020202020204" pitchFamily="34" charset="0"/>
              </a:rPr>
              <a:t>67,03 € HT</a:t>
            </a:r>
          </a:p>
        </p:txBody>
      </p:sp>
      <p:sp>
        <p:nvSpPr>
          <p:cNvPr id="8" name="ZoneTexte 7">
            <a:extLst>
              <a:ext uri="{FF2B5EF4-FFF2-40B4-BE49-F238E27FC236}">
                <a16:creationId xmlns:a16="http://schemas.microsoft.com/office/drawing/2014/main" id="{1C1CFDA6-1C06-6CDC-3D1B-0DDDF8129C75}"/>
              </a:ext>
            </a:extLst>
          </p:cNvPr>
          <p:cNvSpPr txBox="1"/>
          <p:nvPr/>
        </p:nvSpPr>
        <p:spPr>
          <a:xfrm>
            <a:off x="609600" y="4241799"/>
            <a:ext cx="5143500" cy="7874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4 millions d'images au mois 1
9 heures de calcul au total</a:t>
            </a:r>
          </a:p>
        </p:txBody>
      </p:sp>
      <p:sp>
        <p:nvSpPr>
          <p:cNvPr id="16" name="ZoneTexte 15">
            <a:extLst>
              <a:ext uri="{FF2B5EF4-FFF2-40B4-BE49-F238E27FC236}">
                <a16:creationId xmlns:a16="http://schemas.microsoft.com/office/drawing/2014/main" id="{5532D1C6-3CAE-F76F-B612-F5481F9965F3}"/>
              </a:ext>
            </a:extLst>
          </p:cNvPr>
          <p:cNvSpPr txBox="1"/>
          <p:nvPr/>
        </p:nvSpPr>
        <p:spPr>
          <a:xfrm>
            <a:off x="6426200" y="2578099"/>
            <a:ext cx="5156200" cy="444500"/>
          </a:xfrm>
          <a:prstGeom prst="rect">
            <a:avLst/>
          </a:prstGeom>
          <a:noFill/>
        </p:spPr>
        <p:txBody>
          <a:bodyPr vert="horz" wrap="square" lIns="0" tIns="0" rIns="0" bIns="0" rtlCol="0">
            <a:noAutofit/>
          </a:bodyPr>
          <a:lstStyle/>
          <a:p>
            <a:r>
              <a:rPr lang="fr-FR" sz="2600" b="1" dirty="0">
                <a:solidFill>
                  <a:srgbClr val="172F43"/>
                </a:solidFill>
                <a:latin typeface="Arial" panose="020B0604020202020204" pitchFamily="34" charset="0"/>
              </a:rPr>
              <a:t>Chaque mois, sur un an</a:t>
            </a:r>
          </a:p>
        </p:txBody>
      </p:sp>
      <p:sp>
        <p:nvSpPr>
          <p:cNvPr id="17" name="ZoneTexte 16">
            <a:extLst>
              <a:ext uri="{FF2B5EF4-FFF2-40B4-BE49-F238E27FC236}">
                <a16:creationId xmlns:a16="http://schemas.microsoft.com/office/drawing/2014/main" id="{AE0DAED6-F694-8669-93E6-DC56ECC2104A}"/>
              </a:ext>
            </a:extLst>
          </p:cNvPr>
          <p:cNvSpPr txBox="1"/>
          <p:nvPr/>
        </p:nvSpPr>
        <p:spPr>
          <a:xfrm>
            <a:off x="6426200" y="3213099"/>
            <a:ext cx="5156200" cy="787400"/>
          </a:xfrm>
          <a:prstGeom prst="rect">
            <a:avLst/>
          </a:prstGeom>
          <a:noFill/>
        </p:spPr>
        <p:txBody>
          <a:bodyPr vert="horz" wrap="square" lIns="0" tIns="0" rIns="0" bIns="0" rtlCol="0">
            <a:noAutofit/>
          </a:bodyPr>
          <a:lstStyle/>
          <a:p>
            <a:r>
              <a:rPr lang="fr-FR" sz="4000" b="1" dirty="0">
                <a:solidFill>
                  <a:srgbClr val="007F82"/>
                </a:solidFill>
                <a:latin typeface="Arial" panose="020B0604020202020204" pitchFamily="34" charset="0"/>
              </a:rPr>
              <a:t>101,78 € HT</a:t>
            </a:r>
          </a:p>
        </p:txBody>
      </p:sp>
      <p:sp>
        <p:nvSpPr>
          <p:cNvPr id="18" name="ZoneTexte 17">
            <a:extLst>
              <a:ext uri="{FF2B5EF4-FFF2-40B4-BE49-F238E27FC236}">
                <a16:creationId xmlns:a16="http://schemas.microsoft.com/office/drawing/2014/main" id="{36EFD692-820B-FAD0-2FB8-2C3D427436B7}"/>
              </a:ext>
            </a:extLst>
          </p:cNvPr>
          <p:cNvSpPr txBox="1"/>
          <p:nvPr/>
        </p:nvSpPr>
        <p:spPr>
          <a:xfrm>
            <a:off x="6426200" y="4241799"/>
            <a:ext cx="5156200" cy="787400"/>
          </a:xfrm>
          <a:prstGeom prst="rect">
            <a:avLst/>
          </a:prstGeom>
          <a:noFill/>
        </p:spPr>
        <p:txBody>
          <a:bodyPr vert="horz" wrap="square" lIns="0" tIns="0" rIns="0" bIns="0" rtlCol="0">
            <a:noAutofit/>
          </a:bodyPr>
          <a:lstStyle/>
          <a:p>
            <a:r>
              <a:rPr lang="fr-FR" sz="2200" dirty="0">
                <a:solidFill>
                  <a:srgbClr val="172F43"/>
                </a:solidFill>
                <a:latin typeface="Arial" panose="020B0604020202020204" pitchFamily="34" charset="0"/>
              </a:rPr>
              <a:t>Environ 333 333 images / mois
41 minutes de calcul / mois</a:t>
            </a:r>
          </a:p>
        </p:txBody>
      </p:sp>
      <p:sp>
        <p:nvSpPr>
          <p:cNvPr id="19" name="ZoneTexte 18">
            <a:extLst>
              <a:ext uri="{FF2B5EF4-FFF2-40B4-BE49-F238E27FC236}">
                <a16:creationId xmlns:a16="http://schemas.microsoft.com/office/drawing/2014/main" id="{98F44179-0856-AF87-1063-93F4F3E81ADA}"/>
              </a:ext>
            </a:extLst>
          </p:cNvPr>
          <p:cNvSpPr txBox="1"/>
          <p:nvPr/>
        </p:nvSpPr>
        <p:spPr>
          <a:xfrm>
            <a:off x="609600" y="5295899"/>
            <a:ext cx="10972800" cy="609600"/>
          </a:xfrm>
          <a:prstGeom prst="rect">
            <a:avLst/>
          </a:prstGeom>
          <a:noFill/>
        </p:spPr>
        <p:txBody>
          <a:bodyPr vert="horz" wrap="square" lIns="0" tIns="0" rIns="0" bIns="0" rtlCol="0">
            <a:noAutofit/>
          </a:bodyPr>
          <a:lstStyle/>
          <a:p>
            <a:r>
              <a:rPr lang="fr-FR" sz="2000" dirty="0">
                <a:solidFill>
                  <a:srgbClr val="172F43"/>
                </a:solidFill>
                <a:latin typeface="Arial" panose="020B0604020202020204" pitchFamily="34" charset="0"/>
              </a:rPr>
              <a:t>Calcul, stockage et accès inclus. Images : environ 99 Go, conservées 12 mois chacune.</a:t>
            </a:r>
          </a:p>
        </p:txBody>
      </p:sp>
      <p:sp>
        <p:nvSpPr>
          <p:cNvPr id="20" name="ZoneTexte 19">
            <a:extLst>
              <a:ext uri="{FF2B5EF4-FFF2-40B4-BE49-F238E27FC236}">
                <a16:creationId xmlns:a16="http://schemas.microsoft.com/office/drawing/2014/main" id="{F65D7B00-9B4F-3401-3841-0BAB5812B337}"/>
              </a:ext>
            </a:extLst>
          </p:cNvPr>
          <p:cNvSpPr txBox="1"/>
          <p:nvPr/>
        </p:nvSpPr>
        <p:spPr>
          <a:xfrm>
            <a:off x="609600" y="6045199"/>
            <a:ext cx="10972800" cy="381000"/>
          </a:xfrm>
          <a:prstGeom prst="rect">
            <a:avLst/>
          </a:prstGeom>
          <a:noFill/>
        </p:spPr>
        <p:txBody>
          <a:bodyPr vert="horz" wrap="square" lIns="0" tIns="0" rIns="0" bIns="0" rtlCol="0">
            <a:noAutofit/>
          </a:bodyPr>
          <a:lstStyle/>
          <a:p>
            <a:r>
              <a:rPr lang="fr-FR" b="1" dirty="0">
                <a:solidFill>
                  <a:srgbClr val="536473"/>
                </a:solidFill>
                <a:latin typeface="Arial" panose="020B0604020202020204" pitchFamily="34" charset="0"/>
              </a:rPr>
              <a:t>Hypothèse : AWS atteint le débit du i9. VM arrêtée entre les lots.</a:t>
            </a:r>
          </a:p>
        </p:txBody>
      </p:sp>
      <p:sp>
        <p:nvSpPr>
          <p:cNvPr id="21" name="ZoneTexte 20">
            <a:extLst>
              <a:ext uri="{FF2B5EF4-FFF2-40B4-BE49-F238E27FC236}">
                <a16:creationId xmlns:a16="http://schemas.microsoft.com/office/drawing/2014/main" id="{76D08181-85A1-F048-D243-8824519D76DB}"/>
              </a:ext>
            </a:extLst>
          </p:cNvPr>
          <p:cNvSpPr txBox="1"/>
          <p:nvPr/>
        </p:nvSpPr>
        <p:spPr>
          <a:xfrm>
            <a:off x="609600" y="6388099"/>
            <a:ext cx="10223500" cy="317500"/>
          </a:xfrm>
          <a:prstGeom prst="rect">
            <a:avLst/>
          </a:prstGeom>
          <a:noFill/>
        </p:spPr>
        <p:txBody>
          <a:bodyPr vert="horz" wrap="square" lIns="0" tIns="0" rIns="0" bIns="0" rtlCol="0">
            <a:noAutofit/>
          </a:bodyPr>
          <a:lstStyle/>
          <a:p>
            <a:r>
              <a:rPr lang="fr-FR" sz="1100" dirty="0">
                <a:solidFill>
                  <a:srgbClr val="536473"/>
                </a:solidFill>
                <a:latin typeface="Arial" panose="020B0604020202020204" pitchFamily="34" charset="0"/>
              </a:rPr>
              <a:t>Hors prototype et contrôle humain. Coûts HT. Calculs détaillés et sources en notes.</a:t>
            </a:r>
          </a:p>
        </p:txBody>
      </p:sp>
    </p:spTree>
    <p:extLst>
      <p:ext uri="{BB962C8B-B14F-4D97-AF65-F5344CB8AC3E}">
        <p14:creationId xmlns:p14="http://schemas.microsoft.com/office/powerpoint/2010/main" val="3583595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12CE5517-D222-E8B1-49C3-FAF5DE2BD13D}"/>
              </a:ext>
            </a:extLst>
          </p:cNvPr>
          <p:cNvSpPr txBox="1"/>
          <p:nvPr/>
        </p:nvSpPr>
        <p:spPr>
          <a:xfrm>
            <a:off x="609600" y="380999"/>
            <a:ext cx="10972800" cy="1016000"/>
          </a:xfrm>
          <a:prstGeom prst="rect">
            <a:avLst/>
          </a:prstGeom>
          <a:noFill/>
        </p:spPr>
        <p:txBody>
          <a:bodyPr vert="horz" wrap="square" lIns="0" tIns="0" rIns="0" bIns="0" rtlCol="0">
            <a:noAutofit/>
          </a:bodyPr>
          <a:lstStyle/>
          <a:p>
            <a:r>
              <a:rPr lang="fr-FR" sz="3200" b="1" dirty="0">
                <a:solidFill>
                  <a:srgbClr val="172F43"/>
                </a:solidFill>
                <a:latin typeface="Arial" panose="020B0604020202020204" pitchFamily="34" charset="0"/>
              </a:rPr>
              <a:t>Conditions du passage à l'échelle</a:t>
            </a:r>
          </a:p>
        </p:txBody>
      </p:sp>
      <p:cxnSp>
        <p:nvCxnSpPr>
          <p:cNvPr id="3" name="Connecteur droit 2">
            <a:extLst>
              <a:ext uri="{FF2B5EF4-FFF2-40B4-BE49-F238E27FC236}">
                <a16:creationId xmlns:a16="http://schemas.microsoft.com/office/drawing/2014/main" id="{C36039E3-360F-541A-C064-3C67FBC52740}"/>
              </a:ext>
            </a:extLst>
          </p:cNvPr>
          <p:cNvCxnSpPr/>
          <p:nvPr/>
        </p:nvCxnSpPr>
        <p:spPr>
          <a:xfrm>
            <a:off x="609600" y="1447800"/>
            <a:ext cx="10972800" cy="0"/>
          </a:xfrm>
          <a:prstGeom prst="line">
            <a:avLst/>
          </a:prstGeom>
          <a:ln w="15240">
            <a:solidFill>
              <a:srgbClr val="CAD7DF"/>
            </a:solidFill>
          </a:ln>
        </p:spPr>
        <p:style>
          <a:lnRef idx="2">
            <a:schemeClr val="accent1"/>
          </a:lnRef>
          <a:fillRef idx="0">
            <a:schemeClr val="accent1"/>
          </a:fillRef>
          <a:effectRef idx="1">
            <a:schemeClr val="accent1"/>
          </a:effectRef>
          <a:fontRef idx="minor">
            <a:schemeClr val="tx1"/>
          </a:fontRef>
        </p:style>
      </p:cxnSp>
      <p:sp>
        <p:nvSpPr>
          <p:cNvPr id="4" name="ZoneTexte 3">
            <a:extLst>
              <a:ext uri="{FF2B5EF4-FFF2-40B4-BE49-F238E27FC236}">
                <a16:creationId xmlns:a16="http://schemas.microsoft.com/office/drawing/2014/main" id="{E4EE89F3-B084-BB8F-AB64-F2870C409CEA}"/>
              </a:ext>
            </a:extLst>
          </p:cNvPr>
          <p:cNvSpPr txBox="1"/>
          <p:nvPr/>
        </p:nvSpPr>
        <p:spPr>
          <a:xfrm>
            <a:off x="11150600" y="6451600"/>
            <a:ext cx="431800" cy="228600"/>
          </a:xfrm>
          <a:prstGeom prst="rect">
            <a:avLst/>
          </a:prstGeom>
          <a:noFill/>
        </p:spPr>
        <p:txBody>
          <a:bodyPr vert="horz" wrap="square" lIns="0" tIns="0" rIns="0" bIns="0" rtlCol="0">
            <a:noAutofit/>
          </a:bodyPr>
          <a:lstStyle/>
          <a:p>
            <a:pPr algn="r"/>
            <a:r>
              <a:rPr lang="fr-FR" sz="1200" dirty="0">
                <a:solidFill>
                  <a:srgbClr val="536473"/>
                </a:solidFill>
                <a:latin typeface="Arial" panose="020B0604020202020204" pitchFamily="34" charset="0"/>
              </a:rPr>
              <a:t>13</a:t>
            </a:r>
          </a:p>
        </p:txBody>
      </p:sp>
      <p:sp>
        <p:nvSpPr>
          <p:cNvPr id="5" name="ZoneTexte 4">
            <a:extLst>
              <a:ext uri="{FF2B5EF4-FFF2-40B4-BE49-F238E27FC236}">
                <a16:creationId xmlns:a16="http://schemas.microsoft.com/office/drawing/2014/main" id="{8651400D-F0F4-2411-64DE-7EBFBDEC040B}"/>
              </a:ext>
            </a:extLst>
          </p:cNvPr>
          <p:cNvSpPr txBox="1"/>
          <p:nvPr/>
        </p:nvSpPr>
        <p:spPr>
          <a:xfrm>
            <a:off x="609600" y="1803399"/>
            <a:ext cx="10972800" cy="749300"/>
          </a:xfrm>
          <a:prstGeom prst="rect">
            <a:avLst/>
          </a:prstGeom>
          <a:noFill/>
        </p:spPr>
        <p:txBody>
          <a:bodyPr vert="horz" wrap="square" lIns="0" tIns="0" rIns="0" bIns="0" rtlCol="0">
            <a:noAutofit/>
          </a:bodyPr>
          <a:lstStyle/>
          <a:p>
            <a:r>
              <a:rPr lang="fr-FR" sz="2600" b="1" dirty="0">
                <a:solidFill>
                  <a:srgbClr val="007F82"/>
                </a:solidFill>
                <a:latin typeface="Arial" panose="020B0604020202020204" pitchFamily="34" charset="0"/>
              </a:rPr>
              <a:t>Budget de 5 000 € : compatible avec le scénario estimé</a:t>
            </a:r>
          </a:p>
        </p:txBody>
      </p:sp>
      <p:sp>
        <p:nvSpPr>
          <p:cNvPr id="6" name="ZoneTexte 5">
            <a:extLst>
              <a:ext uri="{FF2B5EF4-FFF2-40B4-BE49-F238E27FC236}">
                <a16:creationId xmlns:a16="http://schemas.microsoft.com/office/drawing/2014/main" id="{E6B80E41-699E-C5CB-7233-DCFA01C15E54}"/>
              </a:ext>
            </a:extLst>
          </p:cNvPr>
          <p:cNvSpPr txBox="1"/>
          <p:nvPr/>
        </p:nvSpPr>
        <p:spPr>
          <a:xfrm>
            <a:off x="609600" y="2857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Débit : chronométrer le même traitement sur AWS.</a:t>
            </a:r>
          </a:p>
        </p:txBody>
      </p:sp>
      <p:sp>
        <p:nvSpPr>
          <p:cNvPr id="7" name="ZoneTexte 6">
            <a:extLst>
              <a:ext uri="{FF2B5EF4-FFF2-40B4-BE49-F238E27FC236}">
                <a16:creationId xmlns:a16="http://schemas.microsoft.com/office/drawing/2014/main" id="{262DEBC2-AF30-9117-E899-E592E3DFE340}"/>
              </a:ext>
            </a:extLst>
          </p:cNvPr>
          <p:cNvSpPr txBox="1"/>
          <p:nvPr/>
        </p:nvSpPr>
        <p:spPr>
          <a:xfrm>
            <a:off x="609600" y="3619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RAM : lire les images par lots de 16.</a:t>
            </a:r>
          </a:p>
        </p:txBody>
      </p:sp>
      <p:sp>
        <p:nvSpPr>
          <p:cNvPr id="14" name="ZoneTexte 13">
            <a:extLst>
              <a:ext uri="{FF2B5EF4-FFF2-40B4-BE49-F238E27FC236}">
                <a16:creationId xmlns:a16="http://schemas.microsoft.com/office/drawing/2014/main" id="{DEC4F175-9AB8-070D-08D5-F64065005244}"/>
              </a:ext>
            </a:extLst>
          </p:cNvPr>
          <p:cNvSpPr txBox="1"/>
          <p:nvPr/>
        </p:nvSpPr>
        <p:spPr>
          <a:xfrm>
            <a:off x="609600" y="4381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Coûts : arrêter la VM entre les lots.</a:t>
            </a:r>
          </a:p>
        </p:txBody>
      </p:sp>
      <p:sp>
        <p:nvSpPr>
          <p:cNvPr id="15" name="ZoneTexte 14">
            <a:extLst>
              <a:ext uri="{FF2B5EF4-FFF2-40B4-BE49-F238E27FC236}">
                <a16:creationId xmlns:a16="http://schemas.microsoft.com/office/drawing/2014/main" id="{48271108-2156-2521-B768-F5BBDC749E12}"/>
              </a:ext>
            </a:extLst>
          </p:cNvPr>
          <p:cNvSpPr txBox="1"/>
          <p:nvPr/>
        </p:nvSpPr>
        <p:spPr>
          <a:xfrm>
            <a:off x="609600" y="5143499"/>
            <a:ext cx="10972800" cy="546100"/>
          </a:xfrm>
          <a:prstGeom prst="rect">
            <a:avLst/>
          </a:prstGeom>
          <a:noFill/>
        </p:spPr>
        <p:txBody>
          <a:bodyPr vert="horz" wrap="square" lIns="0" tIns="0" rIns="0" bIns="0" rtlCol="0">
            <a:noAutofit/>
          </a:bodyPr>
          <a:lstStyle/>
          <a:p>
            <a:r>
              <a:rPr lang="fr-FR" sz="2500" dirty="0">
                <a:solidFill>
                  <a:srgbClr val="172F43"/>
                </a:solidFill>
                <a:latin typeface="Arial" panose="020B0604020202020204" pitchFamily="34" charset="0"/>
              </a:rPr>
              <a:t>Qualité : contrôler les labels sur de nouvelles images: prévoir une partie du budget pour la labélisation.</a:t>
            </a:r>
          </a:p>
        </p:txBody>
      </p:sp>
      <p:sp>
        <p:nvSpPr>
          <p:cNvPr id="16" name="ZoneTexte 15">
            <a:extLst>
              <a:ext uri="{FF2B5EF4-FFF2-40B4-BE49-F238E27FC236}">
                <a16:creationId xmlns:a16="http://schemas.microsoft.com/office/drawing/2014/main" id="{A7E87615-DC4F-F2BE-00C8-832357E06E63}"/>
              </a:ext>
            </a:extLst>
          </p:cNvPr>
          <p:cNvSpPr txBox="1"/>
          <p:nvPr/>
        </p:nvSpPr>
        <p:spPr>
          <a:xfrm>
            <a:off x="609600" y="6070599"/>
            <a:ext cx="10223500" cy="393700"/>
          </a:xfrm>
          <a:prstGeom prst="rect">
            <a:avLst/>
          </a:prstGeom>
          <a:noFill/>
        </p:spPr>
        <p:txBody>
          <a:bodyPr vert="horz" wrap="square" lIns="0" tIns="0" rIns="0" bIns="0" rtlCol="0">
            <a:noAutofit/>
          </a:bodyPr>
          <a:lstStyle/>
          <a:p>
            <a:r>
              <a:rPr lang="fr-FR" dirty="0">
                <a:solidFill>
                  <a:srgbClr val="536473"/>
                </a:solidFill>
                <a:latin typeface="Arial" panose="020B0604020202020204" pitchFamily="34" charset="0"/>
              </a:rPr>
              <a:t>Les 20 images de test ne suffisent pas à valider 4 millions de labels.</a:t>
            </a:r>
          </a:p>
        </p:txBody>
      </p:sp>
    </p:spTree>
    <p:extLst>
      <p:ext uri="{BB962C8B-B14F-4D97-AF65-F5344CB8AC3E}">
        <p14:creationId xmlns:p14="http://schemas.microsoft.com/office/powerpoint/2010/main" val="1060764833"/>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270</TotalTime>
  <Words>2416</Words>
  <Application>Microsoft Office PowerPoint</Application>
  <PresentationFormat>Grand écran</PresentationFormat>
  <Paragraphs>277</Paragraphs>
  <Slides>13</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13</vt:i4>
      </vt:variant>
    </vt:vector>
  </HeadingPairs>
  <TitlesOfParts>
    <vt:vector size="17"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Ronan Menguy</dc:creator>
  <cp:lastModifiedBy>Ronan Menguy</cp:lastModifiedBy>
  <cp:revision>23</cp:revision>
  <dcterms:created xsi:type="dcterms:W3CDTF">2026-10-09T08:40:36Z</dcterms:created>
  <dcterms:modified xsi:type="dcterms:W3CDTF">2026-10-09T15:32:27Z</dcterms:modified>
</cp:coreProperties>
</file>